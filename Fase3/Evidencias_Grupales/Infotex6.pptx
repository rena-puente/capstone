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66" r:id="rId6"/>
    <p:sldId id="267" r:id="rId7"/>
  </p:sldIdLst>
  <p:sldSz cx="9144000" cy="5143500" type="screen16x9"/>
  <p:notesSz cx="6858000" cy="9144000"/>
  <p:embeddedFontLst>
    <p:embeddedFont>
      <p:font typeface="Cambay" panose="020B0604020202020204" charset="0"/>
      <p:regular r:id="rId9"/>
      <p:bold r:id="rId10"/>
      <p:italic r:id="rId11"/>
      <p:boldItalic r:id="rId12"/>
    </p:embeddedFont>
    <p:embeddedFont>
      <p:font typeface="DM Sans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fE4rsu9ps27TkWbpN0/jEPzw6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39E11F-78B6-4713-B5AE-A94010B5200B}">
  <a:tblStyle styleId="{1539E11F-78B6-4713-B5AE-A94010B52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8f808b7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88f808b7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e21a3173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8e21a3173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e21a3173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38e21a3173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1eaa97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51eaa97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1eaa9c813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251eaa9c813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avLst/>
                <a:gdLst/>
                <a:ahLst/>
                <a:cxnLst/>
                <a:rect l="l" t="t" r="r" b="b"/>
                <a:pathLst>
                  <a:path w="183095" h="26343" extrusionOk="0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45234" h="27068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avLst/>
                <a:gdLst/>
                <a:ahLst/>
                <a:cxnLst/>
                <a:rect l="l" t="t" r="r" b="b"/>
                <a:pathLst>
                  <a:path w="80868" h="26756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avLst/>
                <a:gdLst/>
                <a:ahLst/>
                <a:cxnLst/>
                <a:rect l="l" t="t" r="r" b="b"/>
                <a:pathLst>
                  <a:path w="51014" h="4978" fill="none" extrusionOk="0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>
            <a:spLocks noGrp="1"/>
          </p:cNvSpPr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73"/>
          <p:cNvSpPr>
            <a:spLocks noGrp="1"/>
          </p:cNvSpPr>
          <p:nvPr>
            <p:ph type="pic" idx="2"/>
          </p:nvPr>
        </p:nvSpPr>
        <p:spPr>
          <a:xfrm>
            <a:off x="4745200" y="1187487"/>
            <a:ext cx="5293500" cy="32991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75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2" name="Google Shape;22;p75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5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5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" name="Google Shape;25;p75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" name="Google Shape;26;p75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27" name="Google Shape;27;p75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title" idx="2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ubTitle" idx="1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subTitle" idx="3"/>
          </p:nvPr>
        </p:nvSpPr>
        <p:spPr>
          <a:xfrm>
            <a:off x="13278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title" idx="4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75"/>
          <p:cNvSpPr txBox="1">
            <a:spLocks noGrp="1"/>
          </p:cNvSpPr>
          <p:nvPr>
            <p:ph type="subTitle" idx="5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5"/>
          <p:cNvSpPr txBox="1">
            <a:spLocks noGrp="1"/>
          </p:cNvSpPr>
          <p:nvPr>
            <p:ph type="subTitle" idx="6"/>
          </p:nvPr>
        </p:nvSpPr>
        <p:spPr>
          <a:xfrm>
            <a:off x="49551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5"/>
          <p:cNvSpPr txBox="1">
            <a:spLocks noGrp="1"/>
          </p:cNvSpPr>
          <p:nvPr>
            <p:ph type="title" idx="7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75"/>
          <p:cNvSpPr txBox="1">
            <a:spLocks noGrp="1"/>
          </p:cNvSpPr>
          <p:nvPr>
            <p:ph type="subTitle" idx="8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5"/>
          <p:cNvSpPr txBox="1">
            <a:spLocks noGrp="1"/>
          </p:cNvSpPr>
          <p:nvPr>
            <p:ph type="subTitle" idx="9"/>
          </p:nvPr>
        </p:nvSpPr>
        <p:spPr>
          <a:xfrm>
            <a:off x="13278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title" idx="13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subTitle" idx="14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subTitle" idx="15"/>
          </p:nvPr>
        </p:nvSpPr>
        <p:spPr>
          <a:xfrm>
            <a:off x="49551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>
            <a:spLocks noGrp="1"/>
          </p:cNvSpPr>
          <p:nvPr>
            <p:ph type="title"/>
          </p:nvPr>
        </p:nvSpPr>
        <p:spPr>
          <a:xfrm>
            <a:off x="1019475" y="201636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7"/>
          <p:cNvSpPr txBox="1">
            <a:spLocks noGrp="1"/>
          </p:cNvSpPr>
          <p:nvPr>
            <p:ph type="title" idx="2"/>
          </p:nvPr>
        </p:nvSpPr>
        <p:spPr>
          <a:xfrm>
            <a:off x="1019475" y="819600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3" name="Google Shape;43;p77"/>
          <p:cNvSpPr txBox="1">
            <a:spLocks noGrp="1"/>
          </p:cNvSpPr>
          <p:nvPr>
            <p:ph type="subTitle" idx="1"/>
          </p:nvPr>
        </p:nvSpPr>
        <p:spPr>
          <a:xfrm>
            <a:off x="1019475" y="3466050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7"/>
          <p:cNvSpPr>
            <a:spLocks noGrp="1"/>
          </p:cNvSpPr>
          <p:nvPr>
            <p:ph type="pic" idx="3"/>
          </p:nvPr>
        </p:nvSpPr>
        <p:spPr>
          <a:xfrm>
            <a:off x="4019625" y="572825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45" name="Google Shape;45;p77"/>
          <p:cNvSpPr/>
          <p:nvPr/>
        </p:nvSpPr>
        <p:spPr>
          <a:xfrm rot="10800000" flipH="1">
            <a:off x="-26301" y="208824"/>
            <a:ext cx="8450292" cy="384601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7"/>
          <p:cNvSpPr/>
          <p:nvPr/>
        </p:nvSpPr>
        <p:spPr>
          <a:xfrm>
            <a:off x="5180725" y="-64175"/>
            <a:ext cx="3967175" cy="673025"/>
          </a:xfrm>
          <a:custGeom>
            <a:avLst/>
            <a:gdLst/>
            <a:ahLst/>
            <a:cxnLst/>
            <a:rect l="l" t="t" r="r" b="b"/>
            <a:pathLst>
              <a:path w="158687" h="26921" extrusionOk="0">
                <a:moveTo>
                  <a:pt x="6929" y="0"/>
                </a:moveTo>
                <a:lnTo>
                  <a:pt x="0" y="26921"/>
                </a:lnTo>
                <a:lnTo>
                  <a:pt x="157886" y="26472"/>
                </a:lnTo>
                <a:lnTo>
                  <a:pt x="158687" y="19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7" name="Google Shape;47;p77"/>
          <p:cNvSpPr/>
          <p:nvPr/>
        </p:nvSpPr>
        <p:spPr>
          <a:xfrm>
            <a:off x="5793575" y="-64175"/>
            <a:ext cx="1131850" cy="667425"/>
          </a:xfrm>
          <a:custGeom>
            <a:avLst/>
            <a:gdLst/>
            <a:ahLst/>
            <a:cxnLst/>
            <a:rect l="l" t="t" r="r" b="b"/>
            <a:pathLst>
              <a:path w="45274" h="26697" extrusionOk="0">
                <a:moveTo>
                  <a:pt x="6895" y="0"/>
                </a:moveTo>
                <a:lnTo>
                  <a:pt x="0" y="26643"/>
                </a:lnTo>
                <a:lnTo>
                  <a:pt x="38345" y="26697"/>
                </a:lnTo>
                <a:lnTo>
                  <a:pt x="45274" y="1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  <p:sp>
        <p:nvSpPr>
          <p:cNvPr id="48" name="Google Shape;48;p77"/>
          <p:cNvSpPr/>
          <p:nvPr/>
        </p:nvSpPr>
        <p:spPr>
          <a:xfrm>
            <a:off x="7122300" y="-61800"/>
            <a:ext cx="2030350" cy="666075"/>
          </a:xfrm>
          <a:custGeom>
            <a:avLst/>
            <a:gdLst/>
            <a:ahLst/>
            <a:cxnLst/>
            <a:rect l="l" t="t" r="r" b="b"/>
            <a:pathLst>
              <a:path w="81214" h="26643" extrusionOk="0">
                <a:moveTo>
                  <a:pt x="7032" y="93"/>
                </a:moveTo>
                <a:lnTo>
                  <a:pt x="0" y="26643"/>
                </a:lnTo>
                <a:lnTo>
                  <a:pt x="80868" y="26489"/>
                </a:lnTo>
                <a:lnTo>
                  <a:pt x="81214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subTitle" idx="1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58" name="Google Shape;58;p80"/>
          <p:cNvSpPr txBox="1">
            <a:spLocks noGrp="1"/>
          </p:cNvSpPr>
          <p:nvPr>
            <p:ph type="subTitle" idx="2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0"/>
          <p:cNvSpPr txBox="1">
            <a:spLocks noGrp="1"/>
          </p:cNvSpPr>
          <p:nvPr>
            <p:ph type="subTitle" idx="3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0" name="Google Shape;60;p80"/>
          <p:cNvSpPr txBox="1">
            <a:spLocks noGrp="1"/>
          </p:cNvSpPr>
          <p:nvPr>
            <p:ph type="subTitle" idx="4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0"/>
          <p:cNvSpPr txBox="1">
            <a:spLocks noGrp="1"/>
          </p:cNvSpPr>
          <p:nvPr>
            <p:ph type="subTitle" idx="5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subTitle" idx="6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 txBox="1">
            <a:spLocks noGrp="1"/>
          </p:cNvSpPr>
          <p:nvPr>
            <p:ph type="subTitle" idx="7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4" name="Google Shape;64;p80"/>
          <p:cNvSpPr txBox="1">
            <a:spLocks noGrp="1"/>
          </p:cNvSpPr>
          <p:nvPr>
            <p:ph type="subTitle" idx="8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4773650" y="-71350"/>
            <a:ext cx="4370350" cy="5217875"/>
            <a:chOff x="4773650" y="-71350"/>
            <a:chExt cx="4370350" cy="5217875"/>
          </a:xfrm>
        </p:grpSpPr>
        <p:sp>
          <p:nvSpPr>
            <p:cNvPr id="67" name="Google Shape;67;p86"/>
            <p:cNvSpPr/>
            <p:nvPr/>
          </p:nvSpPr>
          <p:spPr>
            <a:xfrm>
              <a:off x="4773650" y="-71350"/>
              <a:ext cx="3670275" cy="680175"/>
            </a:xfrm>
            <a:custGeom>
              <a:avLst/>
              <a:gdLst/>
              <a:ahLst/>
              <a:cxnLst/>
              <a:rect l="l" t="t" r="r" b="b"/>
              <a:pathLst>
                <a:path w="146811" h="27207" extrusionOk="0">
                  <a:moveTo>
                    <a:pt x="6032" y="0"/>
                  </a:moveTo>
                  <a:lnTo>
                    <a:pt x="0" y="27207"/>
                  </a:lnTo>
                  <a:lnTo>
                    <a:pt x="146540" y="26751"/>
                  </a:lnTo>
                  <a:lnTo>
                    <a:pt x="146811" y="4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Google Shape;68;p86"/>
            <p:cNvSpPr/>
            <p:nvPr/>
          </p:nvSpPr>
          <p:spPr>
            <a:xfrm>
              <a:off x="5386507" y="-67000"/>
              <a:ext cx="1130850" cy="670250"/>
            </a:xfrm>
            <a:custGeom>
              <a:avLst/>
              <a:gdLst/>
              <a:ahLst/>
              <a:cxnLst/>
              <a:rect l="l" t="t" r="r" b="b"/>
              <a:pathLst>
                <a:path w="45234" h="26810" extrusionOk="0">
                  <a:moveTo>
                    <a:pt x="6867" y="0"/>
                  </a:moveTo>
                  <a:lnTo>
                    <a:pt x="0" y="26756"/>
                  </a:lnTo>
                  <a:lnTo>
                    <a:pt x="38345" y="26810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69" name="Google Shape;69;p86"/>
            <p:cNvSpPr/>
            <p:nvPr/>
          </p:nvSpPr>
          <p:spPr>
            <a:xfrm>
              <a:off x="6715225" y="-68950"/>
              <a:ext cx="1724125" cy="673225"/>
            </a:xfrm>
            <a:custGeom>
              <a:avLst/>
              <a:gdLst/>
              <a:ahLst/>
              <a:cxnLst/>
              <a:rect l="l" t="t" r="r" b="b"/>
              <a:pathLst>
                <a:path w="68965" h="26929" extrusionOk="0">
                  <a:moveTo>
                    <a:pt x="6867" y="173"/>
                  </a:moveTo>
                  <a:lnTo>
                    <a:pt x="0" y="26929"/>
                  </a:lnTo>
                  <a:lnTo>
                    <a:pt x="68965" y="26827"/>
                  </a:lnTo>
                  <a:lnTo>
                    <a:pt x="6895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70" name="Google Shape;70;p86"/>
            <p:cNvSpPr/>
            <p:nvPr/>
          </p:nvSpPr>
          <p:spPr>
            <a:xfrm rot="-5400000">
              <a:off x="6190050" y="2192575"/>
              <a:ext cx="51936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86"/>
          <p:cNvSpPr txBox="1">
            <a:spLocks noGrp="1"/>
          </p:cNvSpPr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86"/>
          <p:cNvSpPr txBox="1">
            <a:spLocks noGrp="1"/>
          </p:cNvSpPr>
          <p:nvPr>
            <p:ph type="title" idx="2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73" name="Google Shape;73;p86"/>
          <p:cNvSpPr txBox="1">
            <a:spLocks noGrp="1"/>
          </p:cNvSpPr>
          <p:nvPr>
            <p:ph type="subTitle" idx="1"/>
          </p:nvPr>
        </p:nvSpPr>
        <p:spPr>
          <a:xfrm>
            <a:off x="5032007" y="3641895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6"/>
          <p:cNvSpPr>
            <a:spLocks noGrp="1"/>
          </p:cNvSpPr>
          <p:nvPr>
            <p:ph type="pic" idx="3"/>
          </p:nvPr>
        </p:nvSpPr>
        <p:spPr>
          <a:xfrm>
            <a:off x="-1492843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>
            <a:spLocks noGrp="1"/>
          </p:cNvSpPr>
          <p:nvPr>
            <p:ph type="title"/>
          </p:nvPr>
        </p:nvSpPr>
        <p:spPr>
          <a:xfrm>
            <a:off x="4986075" y="848449"/>
            <a:ext cx="3328800" cy="19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subTitle" idx="1"/>
          </p:nvPr>
        </p:nvSpPr>
        <p:spPr>
          <a:xfrm>
            <a:off x="4986225" y="2727738"/>
            <a:ext cx="3328800" cy="1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78"/>
          <p:cNvSpPr>
            <a:spLocks noGrp="1"/>
          </p:cNvSpPr>
          <p:nvPr>
            <p:ph type="pic" idx="2"/>
          </p:nvPr>
        </p:nvSpPr>
        <p:spPr>
          <a:xfrm>
            <a:off x="-1342950" y="536275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grpSp>
        <p:nvGrpSpPr>
          <p:cNvPr id="88" name="Google Shape;88;p78"/>
          <p:cNvGrpSpPr/>
          <p:nvPr/>
        </p:nvGrpSpPr>
        <p:grpSpPr>
          <a:xfrm>
            <a:off x="-13100" y="-21919"/>
            <a:ext cx="10997593" cy="5345797"/>
            <a:chOff x="-11925" y="-15975"/>
            <a:chExt cx="10997593" cy="5345797"/>
          </a:xfrm>
        </p:grpSpPr>
        <p:sp>
          <p:nvSpPr>
            <p:cNvPr id="89" name="Google Shape;89;p78"/>
            <p:cNvSpPr/>
            <p:nvPr/>
          </p:nvSpPr>
          <p:spPr>
            <a:xfrm>
              <a:off x="-11925" y="4608134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" name="Google Shape;90;p78"/>
            <p:cNvSpPr/>
            <p:nvPr/>
          </p:nvSpPr>
          <p:spPr>
            <a:xfrm>
              <a:off x="5800000" y="4616844"/>
              <a:ext cx="1133000" cy="677050"/>
            </a:xfrm>
            <a:custGeom>
              <a:avLst/>
              <a:gdLst/>
              <a:ahLst/>
              <a:cxnLst/>
              <a:rect l="l" t="t" r="r" b="b"/>
              <a:pathLst>
                <a:path w="45320" h="27082" extrusionOk="0">
                  <a:moveTo>
                    <a:pt x="6867" y="14"/>
                  </a:moveTo>
                  <a:lnTo>
                    <a:pt x="0" y="26770"/>
                  </a:lnTo>
                  <a:lnTo>
                    <a:pt x="38270" y="27082"/>
                  </a:lnTo>
                  <a:lnTo>
                    <a:pt x="4532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1" name="Google Shape;91;p78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2" name="Google Shape;92;p78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8"/>
            <p:cNvSpPr/>
            <p:nvPr/>
          </p:nvSpPr>
          <p:spPr>
            <a:xfrm>
              <a:off x="5056941" y="345326"/>
              <a:ext cx="5928727" cy="381896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8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9"/>
          <p:cNvGrpSpPr/>
          <p:nvPr/>
        </p:nvGrpSpPr>
        <p:grpSpPr>
          <a:xfrm>
            <a:off x="-561900" y="-1500"/>
            <a:ext cx="9789322" cy="5146500"/>
            <a:chOff x="-561900" y="-1500"/>
            <a:chExt cx="9789322" cy="5146500"/>
          </a:xfrm>
        </p:grpSpPr>
        <p:sp>
          <p:nvSpPr>
            <p:cNvPr id="97" name="Google Shape;97;p79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9"/>
            <p:cNvSpPr/>
            <p:nvPr/>
          </p:nvSpPr>
          <p:spPr>
            <a:xfrm flipH="1">
              <a:off x="-159976" y="4451050"/>
              <a:ext cx="9387398" cy="42725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9"/>
            <p:cNvSpPr/>
            <p:nvPr/>
          </p:nvSpPr>
          <p:spPr>
            <a:xfrm rot="10800000" flipH="1">
              <a:off x="-561900" y="230053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00" name="Google Shape;100;p7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_2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87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03" name="Google Shape;103;p87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06" name="Google Shape;106;p87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7" name="Google Shape;107;p87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8" name="Google Shape;108;p87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8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7"/>
          <p:cNvSpPr txBox="1">
            <a:spLocks noGrp="1"/>
          </p:cNvSpPr>
          <p:nvPr>
            <p:ph type="subTitle" idx="1"/>
          </p:nvPr>
        </p:nvSpPr>
        <p:spPr>
          <a:xfrm>
            <a:off x="71467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1" name="Google Shape;111;p87"/>
          <p:cNvSpPr txBox="1">
            <a:spLocks noGrp="1"/>
          </p:cNvSpPr>
          <p:nvPr>
            <p:ph type="subTitle" idx="2"/>
          </p:nvPr>
        </p:nvSpPr>
        <p:spPr>
          <a:xfrm>
            <a:off x="714675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7"/>
          <p:cNvSpPr txBox="1">
            <a:spLocks noGrp="1"/>
          </p:cNvSpPr>
          <p:nvPr>
            <p:ph type="subTitle" idx="3"/>
          </p:nvPr>
        </p:nvSpPr>
        <p:spPr>
          <a:xfrm>
            <a:off x="71467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3" name="Google Shape;113;p87"/>
          <p:cNvSpPr txBox="1">
            <a:spLocks noGrp="1"/>
          </p:cNvSpPr>
          <p:nvPr>
            <p:ph type="subTitle" idx="4"/>
          </p:nvPr>
        </p:nvSpPr>
        <p:spPr>
          <a:xfrm>
            <a:off x="714675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7"/>
          <p:cNvSpPr txBox="1">
            <a:spLocks noGrp="1"/>
          </p:cNvSpPr>
          <p:nvPr>
            <p:ph type="subTitle" idx="5"/>
          </p:nvPr>
        </p:nvSpPr>
        <p:spPr>
          <a:xfrm>
            <a:off x="326465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5" name="Google Shape;115;p87"/>
          <p:cNvSpPr txBox="1">
            <a:spLocks noGrp="1"/>
          </p:cNvSpPr>
          <p:nvPr>
            <p:ph type="subTitle" idx="6"/>
          </p:nvPr>
        </p:nvSpPr>
        <p:spPr>
          <a:xfrm>
            <a:off x="3264652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7"/>
          <p:cNvSpPr txBox="1">
            <a:spLocks noGrp="1"/>
          </p:cNvSpPr>
          <p:nvPr>
            <p:ph type="subTitle" idx="7"/>
          </p:nvPr>
        </p:nvSpPr>
        <p:spPr>
          <a:xfrm>
            <a:off x="326465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7" name="Google Shape;117;p87"/>
          <p:cNvSpPr txBox="1">
            <a:spLocks noGrp="1"/>
          </p:cNvSpPr>
          <p:nvPr>
            <p:ph type="subTitle" idx="8"/>
          </p:nvPr>
        </p:nvSpPr>
        <p:spPr>
          <a:xfrm>
            <a:off x="3264652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7"/>
          <p:cNvSpPr txBox="1">
            <a:spLocks noGrp="1"/>
          </p:cNvSpPr>
          <p:nvPr>
            <p:ph type="subTitle" idx="9"/>
          </p:nvPr>
        </p:nvSpPr>
        <p:spPr>
          <a:xfrm>
            <a:off x="581463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9" name="Google Shape;119;p87"/>
          <p:cNvSpPr txBox="1">
            <a:spLocks noGrp="1"/>
          </p:cNvSpPr>
          <p:nvPr>
            <p:ph type="subTitle" idx="13"/>
          </p:nvPr>
        </p:nvSpPr>
        <p:spPr>
          <a:xfrm>
            <a:off x="5814628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7"/>
          <p:cNvSpPr txBox="1">
            <a:spLocks noGrp="1"/>
          </p:cNvSpPr>
          <p:nvPr>
            <p:ph type="subTitle" idx="14"/>
          </p:nvPr>
        </p:nvSpPr>
        <p:spPr>
          <a:xfrm>
            <a:off x="581463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21" name="Google Shape;121;p87"/>
          <p:cNvSpPr txBox="1">
            <a:spLocks noGrp="1"/>
          </p:cNvSpPr>
          <p:nvPr>
            <p:ph type="subTitle" idx="15"/>
          </p:nvPr>
        </p:nvSpPr>
        <p:spPr>
          <a:xfrm>
            <a:off x="5814628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91"/>
          <p:cNvGrpSpPr/>
          <p:nvPr/>
        </p:nvGrpSpPr>
        <p:grpSpPr>
          <a:xfrm>
            <a:off x="-438691" y="-15975"/>
            <a:ext cx="10046570" cy="5698658"/>
            <a:chOff x="-438691" y="-15975"/>
            <a:chExt cx="10046570" cy="5698658"/>
          </a:xfrm>
        </p:grpSpPr>
        <p:sp>
          <p:nvSpPr>
            <p:cNvPr id="124" name="Google Shape;124;p91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91"/>
            <p:cNvSpPr/>
            <p:nvPr/>
          </p:nvSpPr>
          <p:spPr>
            <a:xfrm>
              <a:off x="-11725" y="4609325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6" name="Google Shape;126;p91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7" name="Google Shape;127;p91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8" name="Google Shape;128;p91"/>
            <p:cNvSpPr/>
            <p:nvPr/>
          </p:nvSpPr>
          <p:spPr>
            <a:xfrm rot="10800000">
              <a:off x="-438691" y="4702328"/>
              <a:ext cx="10046570" cy="980355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91"/>
          <p:cNvSpPr txBox="1">
            <a:spLocks noGrp="1"/>
          </p:cNvSpPr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91"/>
          <p:cNvSpPr txBox="1">
            <a:spLocks noGrp="1"/>
          </p:cNvSpPr>
          <p:nvPr>
            <p:ph type="title" idx="2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31" name="Google Shape;131;p91"/>
          <p:cNvSpPr txBox="1">
            <a:spLocks noGrp="1"/>
          </p:cNvSpPr>
          <p:nvPr>
            <p:ph type="subTitle" idx="1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1"/>
          <p:cNvSpPr>
            <a:spLocks noGrp="1"/>
          </p:cNvSpPr>
          <p:nvPr>
            <p:ph type="pic" idx="3"/>
          </p:nvPr>
        </p:nvSpPr>
        <p:spPr>
          <a:xfrm>
            <a:off x="3228850" y="-19050"/>
            <a:ext cx="6443400" cy="3117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9"/>
          <p:cNvSpPr txBox="1">
            <a:spLocks noGrp="1"/>
          </p:cNvSpPr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9"/>
          <p:cNvSpPr txBox="1">
            <a:spLocks noGrp="1"/>
          </p:cNvSpPr>
          <p:nvPr>
            <p:ph type="subTitle" idx="1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9"/>
          <p:cNvSpPr>
            <a:spLocks noGrp="1"/>
          </p:cNvSpPr>
          <p:nvPr>
            <p:ph type="pic" idx="2"/>
          </p:nvPr>
        </p:nvSpPr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39" name="Google Shape;139;p76"/>
            <p:cNvSpPr/>
            <p:nvPr/>
          </p:nvSpPr>
          <p:spPr>
            <a:xfrm rot="-5400000" flipH="1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6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1" name="Google Shape;141;p76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2" name="Google Shape;142;p76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43" name="Google Shape;143;p76"/>
          <p:cNvSpPr txBox="1">
            <a:spLocks noGrp="1"/>
          </p:cNvSpPr>
          <p:nvPr>
            <p:ph type="subTitle" idx="1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76"/>
          <p:cNvSpPr txBox="1">
            <a:spLocks noGrp="1"/>
          </p:cNvSpPr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47" name="Google Shape;147;p8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8" name="Google Shape;148;p8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9" name="Google Shape;149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52" name="Google Shape;152;p8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55" name="Google Shape;155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-62576" y="4609325"/>
              <a:ext cx="8467029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57" name="Google Shape;157;p82"/>
            <p:cNvSpPr/>
            <p:nvPr/>
          </p:nvSpPr>
          <p:spPr>
            <a:xfrm>
              <a:off x="5072405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8" name="Google Shape;158;p82"/>
            <p:cNvSpPr/>
            <p:nvPr/>
          </p:nvSpPr>
          <p:spPr>
            <a:xfrm>
              <a:off x="6401130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9" name="Google Shape;159;p82"/>
            <p:cNvSpPr/>
            <p:nvPr/>
          </p:nvSpPr>
          <p:spPr>
            <a:xfrm rot="10800000" flipH="1">
              <a:off x="724265" y="-60793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8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82"/>
          <p:cNvSpPr txBox="1">
            <a:spLocks noGrp="1"/>
          </p:cNvSpPr>
          <p:nvPr>
            <p:ph type="subTitle" idx="1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ubTitle" idx="2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82"/>
          <p:cNvSpPr txBox="1">
            <a:spLocks noGrp="1"/>
          </p:cNvSpPr>
          <p:nvPr>
            <p:ph type="subTitle" idx="3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4" name="Google Shape;164;p82"/>
          <p:cNvSpPr txBox="1">
            <a:spLocks noGrp="1"/>
          </p:cNvSpPr>
          <p:nvPr>
            <p:ph type="subTitle" idx="4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82"/>
          <p:cNvSpPr txBox="1">
            <a:spLocks noGrp="1"/>
          </p:cNvSpPr>
          <p:nvPr>
            <p:ph type="subTitle" idx="5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6" name="Google Shape;166;p82"/>
          <p:cNvSpPr txBox="1">
            <a:spLocks noGrp="1"/>
          </p:cNvSpPr>
          <p:nvPr>
            <p:ph type="subTitle" idx="6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69" name="Google Shape;169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2" name="Google Shape;172;p8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3" name="Google Shape;173;p8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4" name="Google Shape;174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84"/>
          <p:cNvSpPr txBox="1">
            <a:spLocks noGrp="1"/>
          </p:cNvSpPr>
          <p:nvPr>
            <p:ph type="subTitle" idx="1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7" name="Google Shape;177;p84"/>
          <p:cNvSpPr txBox="1">
            <a:spLocks noGrp="1"/>
          </p:cNvSpPr>
          <p:nvPr>
            <p:ph type="subTitle" idx="2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4"/>
          <p:cNvSpPr txBox="1">
            <a:spLocks noGrp="1"/>
          </p:cNvSpPr>
          <p:nvPr>
            <p:ph type="subTitle" idx="3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9" name="Google Shape;179;p84"/>
          <p:cNvSpPr txBox="1">
            <a:spLocks noGrp="1"/>
          </p:cNvSpPr>
          <p:nvPr>
            <p:ph type="subTitle" idx="4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84"/>
          <p:cNvSpPr txBox="1">
            <a:spLocks noGrp="1"/>
          </p:cNvSpPr>
          <p:nvPr>
            <p:ph type="subTitle" idx="5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1" name="Google Shape;181;p84"/>
          <p:cNvSpPr txBox="1">
            <a:spLocks noGrp="1"/>
          </p:cNvSpPr>
          <p:nvPr>
            <p:ph type="subTitle" idx="6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84"/>
          <p:cNvSpPr txBox="1">
            <a:spLocks noGrp="1"/>
          </p:cNvSpPr>
          <p:nvPr>
            <p:ph type="subTitle" idx="7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3" name="Google Shape;183;p84"/>
          <p:cNvSpPr txBox="1">
            <a:spLocks noGrp="1"/>
          </p:cNvSpPr>
          <p:nvPr>
            <p:ph type="subTitle" idx="8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86" name="Google Shape;186;p85"/>
            <p:cNvSpPr/>
            <p:nvPr/>
          </p:nvSpPr>
          <p:spPr>
            <a:xfrm rot="10800000" flipH="1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5"/>
            <p:cNvSpPr/>
            <p:nvPr/>
          </p:nvSpPr>
          <p:spPr>
            <a:xfrm>
              <a:off x="-1" y="3691996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5"/>
            <p:cNvSpPr/>
            <p:nvPr/>
          </p:nvSpPr>
          <p:spPr>
            <a:xfrm>
              <a:off x="-38737" y="742428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5"/>
            <p:cNvSpPr/>
            <p:nvPr/>
          </p:nvSpPr>
          <p:spPr>
            <a:xfrm>
              <a:off x="681182" y="9938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0" name="Google Shape;190;p85"/>
            <p:cNvSpPr/>
            <p:nvPr/>
          </p:nvSpPr>
          <p:spPr>
            <a:xfrm>
              <a:off x="7298482" y="37751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1" name="Google Shape;191;p85"/>
          <p:cNvSpPr txBox="1">
            <a:spLocks noGrp="1"/>
          </p:cNvSpPr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8"/>
          <p:cNvSpPr>
            <a:spLocks noGrp="1"/>
          </p:cNvSpPr>
          <p:nvPr>
            <p:ph type="pic" idx="2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88"/>
          <p:cNvSpPr txBox="1">
            <a:spLocks noGrp="1"/>
          </p:cNvSpPr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97" name="Google Shape;197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0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0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0" name="Google Shape;200;p90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1" name="Google Shape;201;p90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2" name="Google Shape;202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0"/>
          <p:cNvSpPr txBox="1">
            <a:spLocks noGrp="1"/>
          </p:cNvSpPr>
          <p:nvPr>
            <p:ph type="body" idx="1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5" name="Google Shape;205;p90"/>
          <p:cNvSpPr txBox="1">
            <a:spLocks noGrp="1"/>
          </p:cNvSpPr>
          <p:nvPr>
            <p:ph type="body" idx="2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6" name="Google Shape;206;p90"/>
          <p:cNvSpPr txBox="1">
            <a:spLocks noGrp="1"/>
          </p:cNvSpPr>
          <p:nvPr>
            <p:ph type="subTitle" idx="3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90"/>
          <p:cNvSpPr txBox="1">
            <a:spLocks noGrp="1"/>
          </p:cNvSpPr>
          <p:nvPr>
            <p:ph type="subTitle" idx="4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0" name="Google Shape;210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92"/>
          <p:cNvSpPr txBox="1">
            <a:spLocks noGrp="1"/>
          </p:cNvSpPr>
          <p:nvPr>
            <p:ph type="subTitle" idx="1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13" name="Google Shape;213;p9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92"/>
          <p:cNvSpPr>
            <a:spLocks noGrp="1"/>
          </p:cNvSpPr>
          <p:nvPr>
            <p:ph type="pic" idx="2"/>
          </p:nvPr>
        </p:nvSpPr>
        <p:spPr>
          <a:xfrm>
            <a:off x="5012136" y="1770300"/>
            <a:ext cx="7554000" cy="33732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17" name="Google Shape;217;p93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18" name="Google Shape;218;p93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9" name="Google Shape;219;p93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0" name="Google Shape;220;p93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93"/>
          <p:cNvSpPr txBox="1">
            <a:spLocks noGrp="1"/>
          </p:cNvSpPr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93"/>
          <p:cNvSpPr txBox="1">
            <a:spLocks noGrp="1"/>
          </p:cNvSpPr>
          <p:nvPr>
            <p:ph type="title" idx="2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24" name="Google Shape;224;p93"/>
          <p:cNvSpPr txBox="1">
            <a:spLocks noGrp="1"/>
          </p:cNvSpPr>
          <p:nvPr>
            <p:ph type="subTitle" idx="1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93"/>
          <p:cNvSpPr>
            <a:spLocks noGrp="1"/>
          </p:cNvSpPr>
          <p:nvPr>
            <p:ph type="pic" idx="3"/>
          </p:nvPr>
        </p:nvSpPr>
        <p:spPr>
          <a:xfrm>
            <a:off x="-354350" y="2408475"/>
            <a:ext cx="6443400" cy="28773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28" name="Google Shape;228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4"/>
            <p:cNvSpPr/>
            <p:nvPr/>
          </p:nvSpPr>
          <p:spPr>
            <a:xfrm>
              <a:off x="-19951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0" name="Google Shape;230;p94"/>
            <p:cNvSpPr/>
            <p:nvPr/>
          </p:nvSpPr>
          <p:spPr>
            <a:xfrm>
              <a:off x="4232199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1" name="Google Shape;231;p94"/>
            <p:cNvSpPr/>
            <p:nvPr/>
          </p:nvSpPr>
          <p:spPr>
            <a:xfrm>
              <a:off x="5560924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2" name="Google Shape;232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94"/>
          <p:cNvSpPr txBox="1">
            <a:spLocks noGrp="1"/>
          </p:cNvSpPr>
          <p:nvPr>
            <p:ph type="title" hasCustomPrompt="1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5" name="Google Shape;235;p94"/>
          <p:cNvSpPr txBox="1">
            <a:spLocks noGrp="1"/>
          </p:cNvSpPr>
          <p:nvPr>
            <p:ph type="subTitle" idx="1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8" name="Google Shape;238;p95"/>
            <p:cNvSpPr/>
            <p:nvPr/>
          </p:nvSpPr>
          <p:spPr>
            <a:xfrm rot="-5400000" flipH="1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5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5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1" name="Google Shape;241;p95"/>
            <p:cNvSpPr/>
            <p:nvPr/>
          </p:nvSpPr>
          <p:spPr>
            <a:xfrm rot="10800000" flipH="1">
              <a:off x="-38737" y="355299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95"/>
          <p:cNvSpPr txBox="1">
            <a:spLocks noGrp="1"/>
          </p:cNvSpPr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4" name="Google Shape;244;p95"/>
          <p:cNvSpPr txBox="1">
            <a:spLocks noGrp="1"/>
          </p:cNvSpPr>
          <p:nvPr>
            <p:ph type="subTitle" idx="1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5"/>
          <p:cNvSpPr txBox="1">
            <a:spLocks noGrp="1"/>
          </p:cNvSpPr>
          <p:nvPr>
            <p:ph type="title" idx="2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" name="Google Shape;246;p95"/>
          <p:cNvSpPr txBox="1">
            <a:spLocks noGrp="1"/>
          </p:cNvSpPr>
          <p:nvPr>
            <p:ph type="subTitle" idx="3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5"/>
          <p:cNvSpPr txBox="1">
            <a:spLocks noGrp="1"/>
          </p:cNvSpPr>
          <p:nvPr>
            <p:ph type="title" idx="4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8" name="Google Shape;248;p95"/>
          <p:cNvSpPr txBox="1">
            <a:spLocks noGrp="1"/>
          </p:cNvSpPr>
          <p:nvPr>
            <p:ph type="subTitle" idx="5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95"/>
          <p:cNvSpPr txBox="1">
            <a:spLocks noGrp="1"/>
          </p:cNvSpPr>
          <p:nvPr>
            <p:ph type="title" idx="6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0" name="Google Shape;250;p95"/>
          <p:cNvSpPr txBox="1">
            <a:spLocks noGrp="1"/>
          </p:cNvSpPr>
          <p:nvPr>
            <p:ph type="subTitle" idx="7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53" name="Google Shape;253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6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6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56" name="Google Shape;256;p96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7" name="Google Shape;257;p96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8" name="Google Shape;258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96"/>
          <p:cNvSpPr txBox="1">
            <a:spLocks noGrp="1"/>
          </p:cNvSpPr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0" name="Google Shape;260;p96"/>
          <p:cNvSpPr txBox="1">
            <a:spLocks noGrp="1"/>
          </p:cNvSpPr>
          <p:nvPr>
            <p:ph type="subTitle" idx="1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6"/>
          <p:cNvSpPr txBox="1">
            <a:spLocks noGrp="1"/>
          </p:cNvSpPr>
          <p:nvPr>
            <p:ph type="subTitle" idx="2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6"/>
          <p:cNvSpPr txBox="1">
            <a:spLocks noGrp="1"/>
          </p:cNvSpPr>
          <p:nvPr>
            <p:ph type="title" idx="3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3" name="Google Shape;263;p96"/>
          <p:cNvSpPr txBox="1">
            <a:spLocks noGrp="1"/>
          </p:cNvSpPr>
          <p:nvPr>
            <p:ph type="subTitle" idx="4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96"/>
          <p:cNvSpPr txBox="1">
            <a:spLocks noGrp="1"/>
          </p:cNvSpPr>
          <p:nvPr>
            <p:ph type="subTitle" idx="5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96"/>
          <p:cNvSpPr txBox="1">
            <a:spLocks noGrp="1"/>
          </p:cNvSpPr>
          <p:nvPr>
            <p:ph type="title" idx="6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6" name="Google Shape;266;p96"/>
          <p:cNvSpPr txBox="1">
            <a:spLocks noGrp="1"/>
          </p:cNvSpPr>
          <p:nvPr>
            <p:ph type="subTitle" idx="7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ubTitle" idx="8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title" idx="9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1" name="Google Shape;271;p9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2" name="Google Shape;272;p9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3" name="Google Shape;273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76" name="Google Shape;276;p9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97"/>
          <p:cNvSpPr txBox="1">
            <a:spLocks noGrp="1"/>
          </p:cNvSpPr>
          <p:nvPr>
            <p:ph type="subTitle" idx="1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97"/>
          <p:cNvSpPr txBox="1">
            <a:spLocks noGrp="1"/>
          </p:cNvSpPr>
          <p:nvPr>
            <p:ph type="title" idx="2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9" name="Google Shape;279;p97"/>
          <p:cNvSpPr txBox="1">
            <a:spLocks noGrp="1"/>
          </p:cNvSpPr>
          <p:nvPr>
            <p:ph type="subTitle" idx="3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7"/>
          <p:cNvSpPr txBox="1">
            <a:spLocks noGrp="1"/>
          </p:cNvSpPr>
          <p:nvPr>
            <p:ph type="title" idx="4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subTitle" idx="5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title" idx="6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7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title" idx="8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97"/>
          <p:cNvSpPr txBox="1">
            <a:spLocks noGrp="1"/>
          </p:cNvSpPr>
          <p:nvPr>
            <p:ph type="subTitle" idx="9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7"/>
          <p:cNvSpPr txBox="1">
            <a:spLocks noGrp="1"/>
          </p:cNvSpPr>
          <p:nvPr>
            <p:ph type="title" idx="13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97"/>
          <p:cNvSpPr txBox="1">
            <a:spLocks noGrp="1"/>
          </p:cNvSpPr>
          <p:nvPr>
            <p:ph type="subTitle" idx="14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title" idx="15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ubTitle" idx="16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7"/>
          <p:cNvSpPr txBox="1">
            <a:spLocks noGrp="1"/>
          </p:cNvSpPr>
          <p:nvPr>
            <p:ph type="title" idx="17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97"/>
          <p:cNvSpPr txBox="1">
            <a:spLocks noGrp="1"/>
          </p:cNvSpPr>
          <p:nvPr>
            <p:ph type="subTitle" idx="18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97"/>
          <p:cNvSpPr txBox="1">
            <a:spLocks noGrp="1"/>
          </p:cNvSpPr>
          <p:nvPr>
            <p:ph type="title" idx="19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97"/>
          <p:cNvSpPr txBox="1">
            <a:spLocks noGrp="1"/>
          </p:cNvSpPr>
          <p:nvPr>
            <p:ph type="subTitle" idx="20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97"/>
          <p:cNvSpPr txBox="1">
            <a:spLocks noGrp="1"/>
          </p:cNvSpPr>
          <p:nvPr>
            <p:ph type="title" idx="21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97"/>
          <p:cNvSpPr txBox="1">
            <a:spLocks noGrp="1"/>
          </p:cNvSpPr>
          <p:nvPr>
            <p:ph type="subTitle" idx="22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7"/>
          <p:cNvSpPr txBox="1">
            <a:spLocks noGrp="1"/>
          </p:cNvSpPr>
          <p:nvPr>
            <p:ph type="title" idx="23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299" name="Google Shape;299;p98"/>
            <p:cNvSpPr/>
            <p:nvPr/>
          </p:nvSpPr>
          <p:spPr>
            <a:xfrm rot="-5400000" flipH="1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1" name="Google Shape;301;p98"/>
              <p:cNvSpPr/>
              <p:nvPr/>
            </p:nvSpPr>
            <p:spPr>
              <a:xfrm rot="10800000" flipH="1">
                <a:off x="-38737" y="327611"/>
                <a:ext cx="9297685" cy="59889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768" fill="none" extrusionOk="0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98"/>
              <p:cNvSpPr/>
              <p:nvPr/>
            </p:nvSpPr>
            <p:spPr>
              <a:xfrm rot="10800000" flipH="1">
                <a:off x="-1" y="4399713"/>
                <a:ext cx="9143941" cy="416176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3" name="Google Shape;303;p98"/>
          <p:cNvSpPr txBox="1">
            <a:spLocks noGrp="1"/>
          </p:cNvSpPr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8"/>
          <p:cNvSpPr txBox="1">
            <a:spLocks noGrp="1"/>
          </p:cNvSpPr>
          <p:nvPr>
            <p:ph type="subTitle" idx="1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07" name="Google Shape;307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9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9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0" name="Google Shape;310;p99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1" name="Google Shape;311;p99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2" name="Google Shape;312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9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99"/>
          <p:cNvSpPr txBox="1">
            <a:spLocks noGrp="1"/>
          </p:cNvSpPr>
          <p:nvPr>
            <p:ph type="subTitle" idx="1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5" name="Google Shape;315;p99"/>
          <p:cNvSpPr txBox="1">
            <a:spLocks noGrp="1"/>
          </p:cNvSpPr>
          <p:nvPr>
            <p:ph type="subTitle" idx="2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99"/>
          <p:cNvSpPr txBox="1">
            <a:spLocks noGrp="1"/>
          </p:cNvSpPr>
          <p:nvPr>
            <p:ph type="subTitle" idx="3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7" name="Google Shape;317;p99"/>
          <p:cNvSpPr txBox="1">
            <a:spLocks noGrp="1"/>
          </p:cNvSpPr>
          <p:nvPr>
            <p:ph type="subTitle" idx="4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0"/>
          <p:cNvSpPr txBox="1">
            <a:spLocks noGrp="1"/>
          </p:cNvSpPr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1" name="Google Shape;321;p100"/>
          <p:cNvSpPr txBox="1">
            <a:spLocks noGrp="1"/>
          </p:cNvSpPr>
          <p:nvPr>
            <p:ph type="subTitle" idx="1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00"/>
          <p:cNvSpPr>
            <a:spLocks noGrp="1"/>
          </p:cNvSpPr>
          <p:nvPr>
            <p:ph type="pic" idx="2"/>
          </p:nvPr>
        </p:nvSpPr>
        <p:spPr>
          <a:xfrm>
            <a:off x="4476825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23" name="Google Shape;323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26" name="Google Shape;326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28" name="Google Shape;328;p10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9" name="Google Shape;329;p10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0" name="Google Shape;330;p10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01"/>
          <p:cNvSpPr txBox="1">
            <a:spLocks noGrp="1"/>
          </p:cNvSpPr>
          <p:nvPr>
            <p:ph type="body" idx="1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2" name="Google Shape;332;p101"/>
          <p:cNvSpPr txBox="1">
            <a:spLocks noGrp="1"/>
          </p:cNvSpPr>
          <p:nvPr>
            <p:ph type="body" idx="2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35" name="Google Shape;335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02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02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8" name="Google Shape;338;p102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9" name="Google Shape;339;p102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0" name="Google Shape;340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0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02"/>
          <p:cNvSpPr txBox="1">
            <a:spLocks noGrp="1"/>
          </p:cNvSpPr>
          <p:nvPr>
            <p:ph type="body" idx="1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3" name="Google Shape;343;p102"/>
          <p:cNvSpPr txBox="1">
            <a:spLocks noGrp="1"/>
          </p:cNvSpPr>
          <p:nvPr>
            <p:ph type="body" idx="2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47" name="Google Shape;347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49" name="Google Shape;349;p10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0" name="Google Shape;350;p10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53" name="Google Shape;353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8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08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56" name="Google Shape;356;p108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7" name="Google Shape;357;p108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1b705fa41_0_171"/>
          <p:cNvSpPr txBox="1">
            <a:spLocks noGrp="1"/>
          </p:cNvSpPr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g251b705fa41_0_171"/>
          <p:cNvSpPr txBox="1">
            <a:spLocks noGrp="1"/>
          </p:cNvSpPr>
          <p:nvPr>
            <p:ph type="subTitle" idx="1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g251b705fa41_0_171"/>
          <p:cNvSpPr txBox="1">
            <a:spLocks noGrp="1"/>
          </p:cNvSpPr>
          <p:nvPr>
            <p:ph type="title" idx="2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3" name="Google Shape;363;g251b705fa41_0_171"/>
          <p:cNvSpPr txBox="1">
            <a:spLocks noGrp="1"/>
          </p:cNvSpPr>
          <p:nvPr>
            <p:ph type="subTitle" idx="3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g251b705fa41_0_171"/>
          <p:cNvSpPr txBox="1">
            <a:spLocks noGrp="1"/>
          </p:cNvSpPr>
          <p:nvPr>
            <p:ph type="title" idx="4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5" name="Google Shape;365;g251b705fa41_0_171"/>
          <p:cNvSpPr txBox="1">
            <a:spLocks noGrp="1"/>
          </p:cNvSpPr>
          <p:nvPr>
            <p:ph type="subTitle" idx="5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g251b705fa41_0_171"/>
          <p:cNvSpPr txBox="1">
            <a:spLocks noGrp="1"/>
          </p:cNvSpPr>
          <p:nvPr>
            <p:ph type="title" idx="6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7" name="Google Shape;367;g251b705fa41_0_171"/>
          <p:cNvSpPr txBox="1">
            <a:spLocks noGrp="1"/>
          </p:cNvSpPr>
          <p:nvPr>
            <p:ph type="subTitle" idx="7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g251b705fa41_0_171"/>
          <p:cNvSpPr txBox="1">
            <a:spLocks noGrp="1"/>
          </p:cNvSpPr>
          <p:nvPr>
            <p:ph type="title" idx="8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g251b705fa41_0_171"/>
          <p:cNvSpPr txBox="1">
            <a:spLocks noGrp="1"/>
          </p:cNvSpPr>
          <p:nvPr>
            <p:ph type="title" idx="9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0" name="Google Shape;370;g251b705fa41_0_171"/>
          <p:cNvSpPr txBox="1">
            <a:spLocks noGrp="1"/>
          </p:cNvSpPr>
          <p:nvPr>
            <p:ph type="title" idx="13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1" name="Google Shape;371;g251b705fa41_0_171"/>
          <p:cNvSpPr txBox="1">
            <a:spLocks noGrp="1"/>
          </p:cNvSpPr>
          <p:nvPr>
            <p:ph type="title" idx="14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2" name="Google Shape;372;g251b705fa41_0_171"/>
          <p:cNvSpPr txBox="1">
            <a:spLocks noGrp="1"/>
          </p:cNvSpPr>
          <p:nvPr>
            <p:ph type="title" idx="15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3" name="Google Shape;373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7" name="Google Shape;7;p72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068" r="4068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379" name="Google Shape;379;p1"/>
          <p:cNvSpPr txBox="1">
            <a:spLocks noGrp="1"/>
          </p:cNvSpPr>
          <p:nvPr>
            <p:ph type="ctrTitle"/>
          </p:nvPr>
        </p:nvSpPr>
        <p:spPr>
          <a:xfrm>
            <a:off x="714675" y="1674342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/>
              <a:t>Infotex</a:t>
            </a:r>
            <a:endParaRPr/>
          </a:p>
        </p:txBody>
      </p:sp>
      <p:sp>
        <p:nvSpPr>
          <p:cNvPr id="380" name="Google Shape;380;p1"/>
          <p:cNvSpPr txBox="1">
            <a:spLocks noGrp="1"/>
          </p:cNvSpPr>
          <p:nvPr>
            <p:ph type="subTitle" idx="1"/>
          </p:nvPr>
        </p:nvSpPr>
        <p:spPr>
          <a:xfrm>
            <a:off x="714675" y="3532390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 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Presentación 26 de septiembre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8f808b776_0_0"/>
          <p:cNvSpPr txBox="1"/>
          <p:nvPr/>
        </p:nvSpPr>
        <p:spPr>
          <a:xfrm>
            <a:off x="1420200" y="496100"/>
            <a:ext cx="630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68;g251eaa97698_0_0">
            <a:extLst>
              <a:ext uri="{FF2B5EF4-FFF2-40B4-BE49-F238E27FC236}">
                <a16:creationId xmlns:a16="http://schemas.microsoft.com/office/drawing/2014/main" id="{B3A942AA-1C1B-693A-4273-1E26CF6E51C1}"/>
              </a:ext>
            </a:extLst>
          </p:cNvPr>
          <p:cNvSpPr/>
          <p:nvPr/>
        </p:nvSpPr>
        <p:spPr>
          <a:xfrm>
            <a:off x="1729975" y="1878525"/>
            <a:ext cx="5684100" cy="57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Recuperación de contraseña via email</a:t>
            </a:r>
            <a:endParaRPr sz="17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469;g251eaa97698_0_0">
            <a:extLst>
              <a:ext uri="{FF2B5EF4-FFF2-40B4-BE49-F238E27FC236}">
                <a16:creationId xmlns:a16="http://schemas.microsoft.com/office/drawing/2014/main" id="{D532A733-F88C-5B1F-1C3D-4802E2C97E81}"/>
              </a:ext>
            </a:extLst>
          </p:cNvPr>
          <p:cNvSpPr/>
          <p:nvPr/>
        </p:nvSpPr>
        <p:spPr>
          <a:xfrm>
            <a:off x="1730025" y="2654825"/>
            <a:ext cx="5684100" cy="578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8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Vista de ofertas laborales avanzado</a:t>
            </a:r>
            <a:endParaRPr sz="18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e21a3173a_1_44"/>
          <p:cNvSpPr txBox="1">
            <a:spLocks noGrp="1"/>
          </p:cNvSpPr>
          <p:nvPr>
            <p:ph type="title" idx="2"/>
          </p:nvPr>
        </p:nvSpPr>
        <p:spPr>
          <a:xfrm>
            <a:off x="1067700" y="32975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</a:pPr>
            <a:r>
              <a:rPr lang="es-MX" sz="2400" dirty="0">
                <a:latin typeface="DM Sans"/>
                <a:ea typeface="DM Sans"/>
                <a:cs typeface="DM Sans"/>
                <a:sym typeface="DM Sans"/>
              </a:rPr>
              <a:t>Recuperación de contraseña </a:t>
            </a:r>
            <a:r>
              <a:rPr lang="es-MX" sz="2400" dirty="0" err="1">
                <a:latin typeface="DM Sans"/>
                <a:ea typeface="DM Sans"/>
                <a:cs typeface="DM Sans"/>
                <a:sym typeface="DM Sans"/>
              </a:rPr>
              <a:t>via</a:t>
            </a:r>
            <a:r>
              <a:rPr lang="es-MX" sz="2400" dirty="0">
                <a:latin typeface="DM Sans"/>
                <a:ea typeface="DM Sans"/>
                <a:cs typeface="DM Sans"/>
                <a:sym typeface="DM Sans"/>
              </a:rPr>
              <a:t> email</a:t>
            </a:r>
          </a:p>
        </p:txBody>
      </p:sp>
      <p:sp>
        <p:nvSpPr>
          <p:cNvPr id="414" name="Google Shape;414;g38e21a3173a_1_4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8e21a3173a_1_44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8e21a3173a_1_44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4ABAF95-AD90-4CE1-25E1-38D8623D0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354" y="1165675"/>
            <a:ext cx="6573292" cy="3807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e21a3173a_1_10"/>
          <p:cNvSpPr txBox="1">
            <a:spLocks noGrp="1"/>
          </p:cNvSpPr>
          <p:nvPr>
            <p:ph type="title" idx="2"/>
          </p:nvPr>
        </p:nvSpPr>
        <p:spPr>
          <a:xfrm>
            <a:off x="1067700" y="32975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</a:pPr>
            <a:r>
              <a:rPr lang="es-MX" sz="2400" dirty="0">
                <a:latin typeface="DM Sans"/>
                <a:ea typeface="DM Sans"/>
                <a:cs typeface="DM Sans"/>
                <a:sym typeface="DM Sans"/>
              </a:rPr>
              <a:t>Vista de ofertas laborales avanzado</a:t>
            </a:r>
          </a:p>
        </p:txBody>
      </p:sp>
      <p:sp>
        <p:nvSpPr>
          <p:cNvPr id="423" name="Google Shape;423;g38e21a3173a_1_1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8e21a3173a_1_10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8e21a3173a_1_10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771F338-E759-7C6B-8A5A-CD3ED3780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534" y="1098128"/>
            <a:ext cx="5132932" cy="3944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1eaa97698_0_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3300"/>
          </a:p>
        </p:txBody>
      </p:sp>
      <p:sp>
        <p:nvSpPr>
          <p:cNvPr id="469" name="Google Shape;469;g251eaa97698_0_0"/>
          <p:cNvSpPr/>
          <p:nvPr/>
        </p:nvSpPr>
        <p:spPr>
          <a:xfrm>
            <a:off x="1729950" y="2191981"/>
            <a:ext cx="5684100" cy="578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Presentación final</a:t>
            </a:r>
            <a:endParaRPr sz="18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g251eaa9c813_0_3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grpSp>
        <p:nvGrpSpPr>
          <p:cNvPr id="476" name="Google Shape;476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477" name="Google Shape;477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480" name="Google Shape;480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avLst/>
                <a:gdLst/>
                <a:ahLst/>
                <a:cxnLst/>
                <a:rect l="l" t="t" r="r" b="b"/>
                <a:pathLst>
                  <a:path w="337274" h="26384" extrusionOk="0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avLst/>
                <a:gdLst/>
                <a:ahLst/>
                <a:cxnLst/>
                <a:rect l="l" t="t" r="r" b="b"/>
                <a:pathLst>
                  <a:path w="43977" h="21894" extrusionOk="0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avLst/>
                <a:gdLst/>
                <a:ahLst/>
                <a:cxnLst/>
                <a:rect l="l" t="t" r="r" b="b"/>
                <a:pathLst>
                  <a:path w="84445" h="21676" extrusionOk="0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avLst/>
                <a:gdLst/>
                <a:ahLst/>
                <a:cxnLst/>
                <a:rect l="l" t="t" r="r" b="b"/>
                <a:pathLst>
                  <a:path w="56278" h="4728" fill="none" extrusionOk="0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g251eaa9c813_0_335"/>
          <p:cNvSpPr txBox="1">
            <a:spLocks noGrp="1"/>
          </p:cNvSpPr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485" name="Google Shape;485;g251eaa9c813_0_335"/>
          <p:cNvSpPr txBox="1">
            <a:spLocks noGrp="1"/>
          </p:cNvSpPr>
          <p:nvPr>
            <p:ph type="subTitle" idx="1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Sebastián Neira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Renato Varela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Docente:</a:t>
            </a:r>
            <a:r>
              <a:rPr lang="en"/>
              <a:t> Fernando Herrera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</Words>
  <Application>Microsoft Office PowerPoint</Application>
  <PresentationFormat>Presentación en pantalla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Calibri</vt:lpstr>
      <vt:lpstr>Cambay</vt:lpstr>
      <vt:lpstr>DM Sans</vt:lpstr>
      <vt:lpstr>Arial</vt:lpstr>
      <vt:lpstr>Automotive Industry Consulting by Slidesgo</vt:lpstr>
      <vt:lpstr>Infotex</vt:lpstr>
      <vt:lpstr>Presentación de PowerPoint</vt:lpstr>
      <vt:lpstr>Recuperación de contraseña via email</vt:lpstr>
      <vt:lpstr>Vista de ofertas laborales avanzado</vt:lpstr>
      <vt:lpstr>Compromisos próximos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  <cp:lastModifiedBy>blandenka angel</cp:lastModifiedBy>
  <cp:revision>2</cp:revision>
  <dcterms:modified xsi:type="dcterms:W3CDTF">2025-11-21T04:45:56Z</dcterms:modified>
</cp:coreProperties>
</file>