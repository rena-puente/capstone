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74" r:id="rId4"/>
    <p:sldId id="275" r:id="rId5"/>
    <p:sldId id="276" r:id="rId6"/>
    <p:sldId id="272" r:id="rId7"/>
    <p:sldId id="273" r:id="rId8"/>
  </p:sldIdLst>
  <p:sldSz cx="9144000" cy="5143500" type="screen16x9"/>
  <p:notesSz cx="6858000" cy="9144000"/>
  <p:embeddedFontLst>
    <p:embeddedFont>
      <p:font typeface="Cambay" panose="020B0604020202020204" charset="0"/>
      <p:regular r:id="rId10"/>
      <p:bold r:id="rId11"/>
      <p:italic r:id="rId12"/>
      <p:boldItalic r:id="rId13"/>
    </p:embeddedFont>
    <p:embeddedFont>
      <p:font typeface="DM Sans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3" roundtripDataSignature="AMtx7mgmEE9+ErnSKomNeXf17o8jsJ4f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2CDB10-A9E6-44C7-A47C-4BA914A872B3}" v="12" dt="2025-11-21T01:49:23.355"/>
  </p1510:revLst>
</p1510:revInfo>
</file>

<file path=ppt/tableStyles.xml><?xml version="1.0" encoding="utf-8"?>
<a:tblStyleLst xmlns:a="http://schemas.openxmlformats.org/drawingml/2006/main" def="{58747035-55D5-4EA7-BAE2-62FC1A103C19}">
  <a:tblStyle styleId="{58747035-55D5-4EA7-BAE2-62FC1A103C1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27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33" Type="http://customschemas.google.com/relationships/presentationmetadata" Target="metadata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>
          <a:extLst>
            <a:ext uri="{FF2B5EF4-FFF2-40B4-BE49-F238E27FC236}">
              <a16:creationId xmlns:a16="http://schemas.microsoft.com/office/drawing/2014/main" id="{CCE555D2-704F-12B9-603A-D3EB0C5BA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8:notes">
            <a:extLst>
              <a:ext uri="{FF2B5EF4-FFF2-40B4-BE49-F238E27FC236}">
                <a16:creationId xmlns:a16="http://schemas.microsoft.com/office/drawing/2014/main" id="{B3CCA463-EE0A-E16B-134C-D71AF48298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p8:notes">
            <a:extLst>
              <a:ext uri="{FF2B5EF4-FFF2-40B4-BE49-F238E27FC236}">
                <a16:creationId xmlns:a16="http://schemas.microsoft.com/office/drawing/2014/main" id="{3B363B10-C582-CC3E-512B-A5E3F0E1A0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2063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>
          <a:extLst>
            <a:ext uri="{FF2B5EF4-FFF2-40B4-BE49-F238E27FC236}">
              <a16:creationId xmlns:a16="http://schemas.microsoft.com/office/drawing/2014/main" id="{895936A1-AC3F-1D8B-6C91-BE0F810DB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8:notes">
            <a:extLst>
              <a:ext uri="{FF2B5EF4-FFF2-40B4-BE49-F238E27FC236}">
                <a16:creationId xmlns:a16="http://schemas.microsoft.com/office/drawing/2014/main" id="{ACA45DB2-E8C1-F1AA-2A5B-6C4F893D61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p8:notes">
            <a:extLst>
              <a:ext uri="{FF2B5EF4-FFF2-40B4-BE49-F238E27FC236}">
                <a16:creationId xmlns:a16="http://schemas.microsoft.com/office/drawing/2014/main" id="{908022E8-257F-C77E-FE85-33693EE164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0497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>
          <a:extLst>
            <a:ext uri="{FF2B5EF4-FFF2-40B4-BE49-F238E27FC236}">
              <a16:creationId xmlns:a16="http://schemas.microsoft.com/office/drawing/2014/main" id="{B9CF4AC5-EF83-53EB-F72A-F8BA97469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8:notes">
            <a:extLst>
              <a:ext uri="{FF2B5EF4-FFF2-40B4-BE49-F238E27FC236}">
                <a16:creationId xmlns:a16="http://schemas.microsoft.com/office/drawing/2014/main" id="{4BEC5A5D-20C2-C01F-2510-BFBC90D94E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9" name="Google Shape;419;p8:notes">
            <a:extLst>
              <a:ext uri="{FF2B5EF4-FFF2-40B4-BE49-F238E27FC236}">
                <a16:creationId xmlns:a16="http://schemas.microsoft.com/office/drawing/2014/main" id="{59CA08E1-43D5-A9C4-84D1-CC79F4F680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90031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51eaa976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0" name="Google Shape;650;g251eaa976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51eaa9c813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9" name="Google Shape;659;g251eaa9c813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73"/>
          <p:cNvGrpSpPr/>
          <p:nvPr/>
        </p:nvGrpSpPr>
        <p:grpSpPr>
          <a:xfrm>
            <a:off x="-1142721" y="-15975"/>
            <a:ext cx="10361312" cy="5179650"/>
            <a:chOff x="-1142721" y="-15975"/>
            <a:chExt cx="10361312" cy="5179650"/>
          </a:xfrm>
        </p:grpSpPr>
        <p:grpSp>
          <p:nvGrpSpPr>
            <p:cNvPr id="10" name="Google Shape;10;p73"/>
            <p:cNvGrpSpPr/>
            <p:nvPr/>
          </p:nvGrpSpPr>
          <p:grpSpPr>
            <a:xfrm>
              <a:off x="-1142721" y="4397399"/>
              <a:ext cx="10361312" cy="766276"/>
              <a:chOff x="-1142721" y="4397399"/>
              <a:chExt cx="10361312" cy="766276"/>
            </a:xfrm>
          </p:grpSpPr>
          <p:sp>
            <p:nvSpPr>
              <p:cNvPr id="11" name="Google Shape;11;p73"/>
              <p:cNvSpPr/>
              <p:nvPr/>
            </p:nvSpPr>
            <p:spPr>
              <a:xfrm>
                <a:off x="4574850" y="4486500"/>
                <a:ext cx="4577375" cy="658575"/>
              </a:xfrm>
              <a:custGeom>
                <a:avLst/>
                <a:gdLst/>
                <a:ahLst/>
                <a:cxnLst/>
                <a:rect l="l" t="t" r="r" b="b"/>
                <a:pathLst>
                  <a:path w="183095" h="26343" extrusionOk="0">
                    <a:moveTo>
                      <a:pt x="6858" y="0"/>
                    </a:moveTo>
                    <a:lnTo>
                      <a:pt x="0" y="26343"/>
                    </a:lnTo>
                    <a:lnTo>
                      <a:pt x="183095" y="26103"/>
                    </a:lnTo>
                    <a:lnTo>
                      <a:pt x="183095" y="32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2" name="Google Shape;12;p73"/>
              <p:cNvSpPr/>
              <p:nvPr/>
            </p:nvSpPr>
            <p:spPr>
              <a:xfrm>
                <a:off x="5822175" y="4486975"/>
                <a:ext cx="1130850" cy="676700"/>
              </a:xfrm>
              <a:custGeom>
                <a:avLst/>
                <a:gdLst/>
                <a:ahLst/>
                <a:cxnLst/>
                <a:rect l="l" t="t" r="r" b="b"/>
                <a:pathLst>
                  <a:path w="45234" h="27068" extrusionOk="0">
                    <a:moveTo>
                      <a:pt x="6867" y="0"/>
                    </a:moveTo>
                    <a:lnTo>
                      <a:pt x="0" y="26756"/>
                    </a:lnTo>
                    <a:lnTo>
                      <a:pt x="38270" y="27068"/>
                    </a:lnTo>
                    <a:lnTo>
                      <a:pt x="45234" y="9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3" name="Google Shape;13;p73"/>
              <p:cNvSpPr/>
              <p:nvPr/>
            </p:nvSpPr>
            <p:spPr>
              <a:xfrm>
                <a:off x="7150900" y="4486975"/>
                <a:ext cx="2021700" cy="668900"/>
              </a:xfrm>
              <a:custGeom>
                <a:avLst/>
                <a:gdLst/>
                <a:ahLst/>
                <a:cxnLst/>
                <a:rect l="l" t="t" r="r" b="b"/>
                <a:pathLst>
                  <a:path w="80868" h="26756" extrusionOk="0">
                    <a:moveTo>
                      <a:pt x="6867" y="0"/>
                    </a:moveTo>
                    <a:lnTo>
                      <a:pt x="0" y="26756"/>
                    </a:lnTo>
                    <a:lnTo>
                      <a:pt x="80868" y="26602"/>
                    </a:lnTo>
                    <a:lnTo>
                      <a:pt x="80678" y="145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4" name="Google Shape;14;p73"/>
              <p:cNvSpPr/>
              <p:nvPr/>
            </p:nvSpPr>
            <p:spPr>
              <a:xfrm>
                <a:off x="-1142721" y="4397399"/>
                <a:ext cx="7364863" cy="335201"/>
              </a:xfrm>
              <a:custGeom>
                <a:avLst/>
                <a:gdLst/>
                <a:ahLst/>
                <a:cxnLst/>
                <a:rect l="l" t="t" r="r" b="b"/>
                <a:pathLst>
                  <a:path w="52272" h="2379" fill="none" extrusionOk="0">
                    <a:moveTo>
                      <a:pt x="0" y="1"/>
                    </a:moveTo>
                    <a:lnTo>
                      <a:pt x="23309" y="1"/>
                    </a:lnTo>
                    <a:lnTo>
                      <a:pt x="25683" y="2378"/>
                    </a:lnTo>
                    <a:lnTo>
                      <a:pt x="52272" y="237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73"/>
              <p:cNvSpPr/>
              <p:nvPr/>
            </p:nvSpPr>
            <p:spPr>
              <a:xfrm>
                <a:off x="4613175" y="4634650"/>
                <a:ext cx="4605416" cy="449401"/>
              </a:xfrm>
              <a:custGeom>
                <a:avLst/>
                <a:gdLst/>
                <a:ahLst/>
                <a:cxnLst/>
                <a:rect l="l" t="t" r="r" b="b"/>
                <a:pathLst>
                  <a:path w="51014" h="4978" fill="none" extrusionOk="0">
                    <a:moveTo>
                      <a:pt x="1" y="3301"/>
                    </a:moveTo>
                    <a:lnTo>
                      <a:pt x="7560" y="3301"/>
                    </a:lnTo>
                    <a:lnTo>
                      <a:pt x="10860" y="1"/>
                    </a:lnTo>
                    <a:lnTo>
                      <a:pt x="29697" y="1"/>
                    </a:lnTo>
                    <a:lnTo>
                      <a:pt x="34677" y="4978"/>
                    </a:lnTo>
                    <a:lnTo>
                      <a:pt x="51014" y="4978"/>
                    </a:ln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" name="Google Shape;16;p73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73"/>
          <p:cNvSpPr txBox="1">
            <a:spLocks noGrp="1"/>
          </p:cNvSpPr>
          <p:nvPr>
            <p:ph type="ctrTitle"/>
          </p:nvPr>
        </p:nvSpPr>
        <p:spPr>
          <a:xfrm>
            <a:off x="714675" y="1449208"/>
            <a:ext cx="3898500" cy="21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73"/>
          <p:cNvSpPr txBox="1">
            <a:spLocks noGrp="1"/>
          </p:cNvSpPr>
          <p:nvPr>
            <p:ph type="subTitle" idx="1"/>
          </p:nvPr>
        </p:nvSpPr>
        <p:spPr>
          <a:xfrm>
            <a:off x="714675" y="3621515"/>
            <a:ext cx="38985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" name="Google Shape;19;p73"/>
          <p:cNvSpPr>
            <a:spLocks noGrp="1"/>
          </p:cNvSpPr>
          <p:nvPr>
            <p:ph type="pic" idx="2"/>
          </p:nvPr>
        </p:nvSpPr>
        <p:spPr>
          <a:xfrm>
            <a:off x="4745200" y="1187487"/>
            <a:ext cx="5293500" cy="32991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3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80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51" name="Google Shape;51;p80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80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80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4" name="Google Shape;54;p80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55" name="Google Shape;55;p80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56" name="Google Shape;56;p80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0"/>
          <p:cNvSpPr txBox="1">
            <a:spLocks noGrp="1"/>
          </p:cNvSpPr>
          <p:nvPr>
            <p:ph type="subTitle" idx="1"/>
          </p:nvPr>
        </p:nvSpPr>
        <p:spPr>
          <a:xfrm>
            <a:off x="2057050" y="1743926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58" name="Google Shape;58;p80"/>
          <p:cNvSpPr txBox="1">
            <a:spLocks noGrp="1"/>
          </p:cNvSpPr>
          <p:nvPr>
            <p:ph type="subTitle" idx="2"/>
          </p:nvPr>
        </p:nvSpPr>
        <p:spPr>
          <a:xfrm>
            <a:off x="2057051" y="2067328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0"/>
          <p:cNvSpPr txBox="1">
            <a:spLocks noGrp="1"/>
          </p:cNvSpPr>
          <p:nvPr>
            <p:ph type="subTitle" idx="3"/>
          </p:nvPr>
        </p:nvSpPr>
        <p:spPr>
          <a:xfrm>
            <a:off x="5729325" y="1743926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60" name="Google Shape;60;p80"/>
          <p:cNvSpPr txBox="1">
            <a:spLocks noGrp="1"/>
          </p:cNvSpPr>
          <p:nvPr>
            <p:ph type="subTitle" idx="4"/>
          </p:nvPr>
        </p:nvSpPr>
        <p:spPr>
          <a:xfrm>
            <a:off x="5729326" y="2067328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0"/>
          <p:cNvSpPr txBox="1">
            <a:spLocks noGrp="1"/>
          </p:cNvSpPr>
          <p:nvPr>
            <p:ph type="subTitle" idx="5"/>
          </p:nvPr>
        </p:nvSpPr>
        <p:spPr>
          <a:xfrm>
            <a:off x="2057050" y="3126970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62" name="Google Shape;62;p80"/>
          <p:cNvSpPr txBox="1">
            <a:spLocks noGrp="1"/>
          </p:cNvSpPr>
          <p:nvPr>
            <p:ph type="subTitle" idx="6"/>
          </p:nvPr>
        </p:nvSpPr>
        <p:spPr>
          <a:xfrm>
            <a:off x="2057051" y="3450371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0"/>
          <p:cNvSpPr txBox="1">
            <a:spLocks noGrp="1"/>
          </p:cNvSpPr>
          <p:nvPr>
            <p:ph type="subTitle" idx="7"/>
          </p:nvPr>
        </p:nvSpPr>
        <p:spPr>
          <a:xfrm>
            <a:off x="5729325" y="3126970"/>
            <a:ext cx="25977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64" name="Google Shape;64;p80"/>
          <p:cNvSpPr txBox="1">
            <a:spLocks noGrp="1"/>
          </p:cNvSpPr>
          <p:nvPr>
            <p:ph type="subTitle" idx="8"/>
          </p:nvPr>
        </p:nvSpPr>
        <p:spPr>
          <a:xfrm>
            <a:off x="5729326" y="3450371"/>
            <a:ext cx="25977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74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77" name="Google Shape;77;p74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74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74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80" name="Google Shape;80;p74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81" name="Google Shape;81;p74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82" name="Google Shape;82;p74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" name="Google Shape;83;p74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5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9"/>
          <p:cNvSpPr txBox="1">
            <a:spLocks noGrp="1"/>
          </p:cNvSpPr>
          <p:nvPr>
            <p:ph type="title"/>
          </p:nvPr>
        </p:nvSpPr>
        <p:spPr>
          <a:xfrm>
            <a:off x="790875" y="1042504"/>
            <a:ext cx="3523800" cy="16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89"/>
          <p:cNvSpPr txBox="1">
            <a:spLocks noGrp="1"/>
          </p:cNvSpPr>
          <p:nvPr>
            <p:ph type="subTitle" idx="1"/>
          </p:nvPr>
        </p:nvSpPr>
        <p:spPr>
          <a:xfrm>
            <a:off x="790944" y="2847857"/>
            <a:ext cx="3523800" cy="11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89"/>
          <p:cNvSpPr>
            <a:spLocks noGrp="1"/>
          </p:cNvSpPr>
          <p:nvPr>
            <p:ph type="pic" idx="2"/>
          </p:nvPr>
        </p:nvSpPr>
        <p:spPr>
          <a:xfrm>
            <a:off x="4139610" y="25"/>
            <a:ext cx="6199800" cy="51465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76"/>
          <p:cNvGrpSpPr/>
          <p:nvPr/>
        </p:nvGrpSpPr>
        <p:grpSpPr>
          <a:xfrm>
            <a:off x="0" y="-1500"/>
            <a:ext cx="9150425" cy="5295400"/>
            <a:chOff x="0" y="-1500"/>
            <a:chExt cx="9150425" cy="5295400"/>
          </a:xfrm>
        </p:grpSpPr>
        <p:sp>
          <p:nvSpPr>
            <p:cNvPr id="147" name="Google Shape;147;p76"/>
            <p:cNvSpPr/>
            <p:nvPr/>
          </p:nvSpPr>
          <p:spPr>
            <a:xfrm rot="-5400000" flipH="1">
              <a:off x="-1796850" y="1795350"/>
              <a:ext cx="5146500" cy="1552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6"/>
            <p:cNvSpPr/>
            <p:nvPr/>
          </p:nvSpPr>
          <p:spPr>
            <a:xfrm>
              <a:off x="1547850" y="4609325"/>
              <a:ext cx="7584225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49" name="Google Shape;149;p76"/>
            <p:cNvSpPr/>
            <p:nvPr/>
          </p:nvSpPr>
          <p:spPr>
            <a:xfrm>
              <a:off x="5800000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50" name="Google Shape;150;p76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151" name="Google Shape;151;p76"/>
          <p:cNvSpPr txBox="1">
            <a:spLocks noGrp="1"/>
          </p:cNvSpPr>
          <p:nvPr>
            <p:ph type="subTitle" idx="1"/>
          </p:nvPr>
        </p:nvSpPr>
        <p:spPr>
          <a:xfrm>
            <a:off x="1866525" y="1596903"/>
            <a:ext cx="65628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52" name="Google Shape;152;p76"/>
          <p:cNvSpPr txBox="1">
            <a:spLocks noGrp="1"/>
          </p:cNvSpPr>
          <p:nvPr>
            <p:ph type="title"/>
          </p:nvPr>
        </p:nvSpPr>
        <p:spPr>
          <a:xfrm>
            <a:off x="1866525" y="3025000"/>
            <a:ext cx="6562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27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81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155" name="Google Shape;155;p81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56" name="Google Shape;156;p81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57" name="Google Shape;157;p81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81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81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160" name="Google Shape;160;p81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82"/>
          <p:cNvGrpSpPr/>
          <p:nvPr/>
        </p:nvGrpSpPr>
        <p:grpSpPr>
          <a:xfrm>
            <a:off x="-62576" y="-60793"/>
            <a:ext cx="10084526" cy="5354693"/>
            <a:chOff x="-62576" y="-60793"/>
            <a:chExt cx="10084526" cy="5354693"/>
          </a:xfrm>
        </p:grpSpPr>
        <p:sp>
          <p:nvSpPr>
            <p:cNvPr id="163" name="Google Shape;163;p82"/>
            <p:cNvSpPr/>
            <p:nvPr/>
          </p:nvSpPr>
          <p:spPr>
            <a:xfrm rot="5400000">
              <a:off x="6210407" y="2210400"/>
              <a:ext cx="5146500" cy="722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82"/>
            <p:cNvSpPr/>
            <p:nvPr/>
          </p:nvSpPr>
          <p:spPr>
            <a:xfrm>
              <a:off x="-62576" y="4609325"/>
              <a:ext cx="8467029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65" name="Google Shape;165;p82"/>
            <p:cNvSpPr/>
            <p:nvPr/>
          </p:nvSpPr>
          <p:spPr>
            <a:xfrm>
              <a:off x="5072405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66" name="Google Shape;166;p82"/>
            <p:cNvSpPr/>
            <p:nvPr/>
          </p:nvSpPr>
          <p:spPr>
            <a:xfrm>
              <a:off x="6401130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67" name="Google Shape;167;p82"/>
            <p:cNvSpPr/>
            <p:nvPr/>
          </p:nvSpPr>
          <p:spPr>
            <a:xfrm rot="10800000" flipH="1">
              <a:off x="724265" y="-60793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p82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82"/>
          <p:cNvSpPr txBox="1">
            <a:spLocks noGrp="1"/>
          </p:cNvSpPr>
          <p:nvPr>
            <p:ph type="subTitle" idx="1"/>
          </p:nvPr>
        </p:nvSpPr>
        <p:spPr>
          <a:xfrm>
            <a:off x="950500" y="2419925"/>
            <a:ext cx="2243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70" name="Google Shape;170;p82"/>
          <p:cNvSpPr txBox="1">
            <a:spLocks noGrp="1"/>
          </p:cNvSpPr>
          <p:nvPr>
            <p:ph type="subTitle" idx="2"/>
          </p:nvPr>
        </p:nvSpPr>
        <p:spPr>
          <a:xfrm>
            <a:off x="950500" y="2739234"/>
            <a:ext cx="22434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82"/>
          <p:cNvSpPr txBox="1">
            <a:spLocks noGrp="1"/>
          </p:cNvSpPr>
          <p:nvPr>
            <p:ph type="subTitle" idx="3"/>
          </p:nvPr>
        </p:nvSpPr>
        <p:spPr>
          <a:xfrm>
            <a:off x="3390903" y="2419925"/>
            <a:ext cx="2243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72" name="Google Shape;172;p82"/>
          <p:cNvSpPr txBox="1">
            <a:spLocks noGrp="1"/>
          </p:cNvSpPr>
          <p:nvPr>
            <p:ph type="subTitle" idx="4"/>
          </p:nvPr>
        </p:nvSpPr>
        <p:spPr>
          <a:xfrm>
            <a:off x="3390900" y="2739234"/>
            <a:ext cx="22434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82"/>
          <p:cNvSpPr txBox="1">
            <a:spLocks noGrp="1"/>
          </p:cNvSpPr>
          <p:nvPr>
            <p:ph type="subTitle" idx="5"/>
          </p:nvPr>
        </p:nvSpPr>
        <p:spPr>
          <a:xfrm>
            <a:off x="5831305" y="2419925"/>
            <a:ext cx="22434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74" name="Google Shape;174;p82"/>
          <p:cNvSpPr txBox="1">
            <a:spLocks noGrp="1"/>
          </p:cNvSpPr>
          <p:nvPr>
            <p:ph type="subTitle" idx="6"/>
          </p:nvPr>
        </p:nvSpPr>
        <p:spPr>
          <a:xfrm>
            <a:off x="5831300" y="2739234"/>
            <a:ext cx="22434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3_2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84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177" name="Google Shape;177;p84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84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84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80" name="Google Shape;180;p84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81" name="Google Shape;181;p84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82" name="Google Shape;182;p84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84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84"/>
          <p:cNvSpPr txBox="1">
            <a:spLocks noGrp="1"/>
          </p:cNvSpPr>
          <p:nvPr>
            <p:ph type="subTitle" idx="1"/>
          </p:nvPr>
        </p:nvSpPr>
        <p:spPr>
          <a:xfrm>
            <a:off x="1020337" y="1894645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85" name="Google Shape;185;p84"/>
          <p:cNvSpPr txBox="1">
            <a:spLocks noGrp="1"/>
          </p:cNvSpPr>
          <p:nvPr>
            <p:ph type="subTitle" idx="2"/>
          </p:nvPr>
        </p:nvSpPr>
        <p:spPr>
          <a:xfrm>
            <a:off x="1020338" y="2226479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84"/>
          <p:cNvSpPr txBox="1">
            <a:spLocks noGrp="1"/>
          </p:cNvSpPr>
          <p:nvPr>
            <p:ph type="subTitle" idx="3"/>
          </p:nvPr>
        </p:nvSpPr>
        <p:spPr>
          <a:xfrm>
            <a:off x="4984750" y="1894654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87" name="Google Shape;187;p84"/>
          <p:cNvSpPr txBox="1">
            <a:spLocks noGrp="1"/>
          </p:cNvSpPr>
          <p:nvPr>
            <p:ph type="subTitle" idx="4"/>
          </p:nvPr>
        </p:nvSpPr>
        <p:spPr>
          <a:xfrm>
            <a:off x="4984751" y="2226487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84"/>
          <p:cNvSpPr txBox="1">
            <a:spLocks noGrp="1"/>
          </p:cNvSpPr>
          <p:nvPr>
            <p:ph type="subTitle" idx="5"/>
          </p:nvPr>
        </p:nvSpPr>
        <p:spPr>
          <a:xfrm>
            <a:off x="1020337" y="3514811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89" name="Google Shape;189;p84"/>
          <p:cNvSpPr txBox="1">
            <a:spLocks noGrp="1"/>
          </p:cNvSpPr>
          <p:nvPr>
            <p:ph type="subTitle" idx="6"/>
          </p:nvPr>
        </p:nvSpPr>
        <p:spPr>
          <a:xfrm>
            <a:off x="1020350" y="3846645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84"/>
          <p:cNvSpPr txBox="1">
            <a:spLocks noGrp="1"/>
          </p:cNvSpPr>
          <p:nvPr>
            <p:ph type="subTitle" idx="7"/>
          </p:nvPr>
        </p:nvSpPr>
        <p:spPr>
          <a:xfrm>
            <a:off x="4984750" y="3514814"/>
            <a:ext cx="3138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191" name="Google Shape;191;p84"/>
          <p:cNvSpPr txBox="1">
            <a:spLocks noGrp="1"/>
          </p:cNvSpPr>
          <p:nvPr>
            <p:ph type="subTitle" idx="8"/>
          </p:nvPr>
        </p:nvSpPr>
        <p:spPr>
          <a:xfrm>
            <a:off x="4984751" y="3846647"/>
            <a:ext cx="31389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85"/>
          <p:cNvGrpSpPr/>
          <p:nvPr/>
        </p:nvGrpSpPr>
        <p:grpSpPr>
          <a:xfrm>
            <a:off x="-38737" y="742428"/>
            <a:ext cx="9297685" cy="4422997"/>
            <a:chOff x="-38737" y="742428"/>
            <a:chExt cx="9297685" cy="4422997"/>
          </a:xfrm>
        </p:grpSpPr>
        <p:sp>
          <p:nvSpPr>
            <p:cNvPr id="194" name="Google Shape;194;p85"/>
            <p:cNvSpPr/>
            <p:nvPr/>
          </p:nvSpPr>
          <p:spPr>
            <a:xfrm rot="10800000" flipH="1">
              <a:off x="100" y="461312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85"/>
            <p:cNvSpPr/>
            <p:nvPr/>
          </p:nvSpPr>
          <p:spPr>
            <a:xfrm>
              <a:off x="-1" y="3691996"/>
              <a:ext cx="9143941" cy="416176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85"/>
            <p:cNvSpPr/>
            <p:nvPr/>
          </p:nvSpPr>
          <p:spPr>
            <a:xfrm>
              <a:off x="-38737" y="742428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85"/>
            <p:cNvSpPr/>
            <p:nvPr/>
          </p:nvSpPr>
          <p:spPr>
            <a:xfrm>
              <a:off x="681182" y="9938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198" name="Google Shape;198;p85"/>
            <p:cNvSpPr/>
            <p:nvPr/>
          </p:nvSpPr>
          <p:spPr>
            <a:xfrm>
              <a:off x="7298482" y="37751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199" name="Google Shape;199;p85"/>
          <p:cNvSpPr txBox="1">
            <a:spLocks noGrp="1"/>
          </p:cNvSpPr>
          <p:nvPr>
            <p:ph type="title"/>
          </p:nvPr>
        </p:nvSpPr>
        <p:spPr>
          <a:xfrm>
            <a:off x="1194450" y="2092275"/>
            <a:ext cx="6755100" cy="9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8"/>
          <p:cNvSpPr>
            <a:spLocks noGrp="1"/>
          </p:cNvSpPr>
          <p:nvPr>
            <p:ph type="pic" idx="2"/>
          </p:nvPr>
        </p:nvSpPr>
        <p:spPr>
          <a:xfrm>
            <a:off x="-58200" y="-74100"/>
            <a:ext cx="9260400" cy="52917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88"/>
          <p:cNvSpPr txBox="1">
            <a:spLocks noGrp="1"/>
          </p:cNvSpPr>
          <p:nvPr>
            <p:ph type="title"/>
          </p:nvPr>
        </p:nvSpPr>
        <p:spPr>
          <a:xfrm>
            <a:off x="4076625" y="3192325"/>
            <a:ext cx="4036500" cy="1414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2700006" scaled="0"/>
          </a:gra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4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90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205" name="Google Shape;205;p90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90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90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08" name="Google Shape;208;p90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09" name="Google Shape;209;p90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10" name="Google Shape;210;p90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1" name="Google Shape;211;p90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5028600" cy="1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90"/>
          <p:cNvSpPr txBox="1">
            <a:spLocks noGrp="1"/>
          </p:cNvSpPr>
          <p:nvPr>
            <p:ph type="body" idx="1"/>
          </p:nvPr>
        </p:nvSpPr>
        <p:spPr>
          <a:xfrm>
            <a:off x="760150" y="2328675"/>
            <a:ext cx="3658500" cy="16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3" name="Google Shape;213;p90"/>
          <p:cNvSpPr txBox="1">
            <a:spLocks noGrp="1"/>
          </p:cNvSpPr>
          <p:nvPr>
            <p:ph type="body" idx="2"/>
          </p:nvPr>
        </p:nvSpPr>
        <p:spPr>
          <a:xfrm>
            <a:off x="4542716" y="2328675"/>
            <a:ext cx="3658500" cy="165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4" name="Google Shape;214;p90"/>
          <p:cNvSpPr txBox="1">
            <a:spLocks noGrp="1"/>
          </p:cNvSpPr>
          <p:nvPr>
            <p:ph type="subTitle" idx="3"/>
          </p:nvPr>
        </p:nvSpPr>
        <p:spPr>
          <a:xfrm>
            <a:off x="760150" y="1971950"/>
            <a:ext cx="36585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90"/>
          <p:cNvSpPr txBox="1">
            <a:spLocks noGrp="1"/>
          </p:cNvSpPr>
          <p:nvPr>
            <p:ph type="subTitle" idx="4"/>
          </p:nvPr>
        </p:nvSpPr>
        <p:spPr>
          <a:xfrm>
            <a:off x="4542716" y="1971950"/>
            <a:ext cx="36585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92"/>
          <p:cNvGrpSpPr/>
          <p:nvPr/>
        </p:nvGrpSpPr>
        <p:grpSpPr>
          <a:xfrm>
            <a:off x="-33789" y="-58626"/>
            <a:ext cx="9297685" cy="5203626"/>
            <a:chOff x="-33789" y="-58626"/>
            <a:chExt cx="9297685" cy="5203626"/>
          </a:xfrm>
        </p:grpSpPr>
        <p:sp>
          <p:nvSpPr>
            <p:cNvPr id="218" name="Google Shape;218;p92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92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" name="Google Shape;220;p92"/>
          <p:cNvSpPr txBox="1">
            <a:spLocks noGrp="1"/>
          </p:cNvSpPr>
          <p:nvPr>
            <p:ph type="subTitle" idx="1"/>
          </p:nvPr>
        </p:nvSpPr>
        <p:spPr>
          <a:xfrm>
            <a:off x="814950" y="1788150"/>
            <a:ext cx="4504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■"/>
              <a:defRPr sz="2100"/>
            </a:lvl9pPr>
          </a:lstStyle>
          <a:p>
            <a:endParaRPr/>
          </a:p>
        </p:txBody>
      </p:sp>
      <p:sp>
        <p:nvSpPr>
          <p:cNvPr id="221" name="Google Shape;221;p92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92"/>
          <p:cNvSpPr>
            <a:spLocks noGrp="1"/>
          </p:cNvSpPr>
          <p:nvPr>
            <p:ph type="pic" idx="2"/>
          </p:nvPr>
        </p:nvSpPr>
        <p:spPr>
          <a:xfrm>
            <a:off x="5012136" y="1770300"/>
            <a:ext cx="7554000" cy="33732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1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2700006" scaled="0"/>
        </a:gra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oogle Shape;224;p93"/>
          <p:cNvGrpSpPr/>
          <p:nvPr/>
        </p:nvGrpSpPr>
        <p:grpSpPr>
          <a:xfrm>
            <a:off x="100" y="-15975"/>
            <a:ext cx="9607714" cy="5345797"/>
            <a:chOff x="100" y="-15975"/>
            <a:chExt cx="9607714" cy="5345797"/>
          </a:xfrm>
        </p:grpSpPr>
        <p:sp>
          <p:nvSpPr>
            <p:cNvPr id="225" name="Google Shape;225;p93"/>
            <p:cNvSpPr/>
            <p:nvPr/>
          </p:nvSpPr>
          <p:spPr>
            <a:xfrm>
              <a:off x="1547850" y="4609325"/>
              <a:ext cx="7584225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26" name="Google Shape;226;p93"/>
            <p:cNvSpPr/>
            <p:nvPr/>
          </p:nvSpPr>
          <p:spPr>
            <a:xfrm>
              <a:off x="5800000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27" name="Google Shape;227;p93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28" name="Google Shape;228;p93"/>
            <p:cNvSpPr/>
            <p:nvPr/>
          </p:nvSpPr>
          <p:spPr>
            <a:xfrm>
              <a:off x="3947938" y="4777525"/>
              <a:ext cx="5659876" cy="552297"/>
            </a:xfrm>
            <a:custGeom>
              <a:avLst/>
              <a:gdLst/>
              <a:ahLst/>
              <a:cxnLst/>
              <a:rect l="l" t="t" r="r" b="b"/>
              <a:pathLst>
                <a:path w="51014" h="4978" fill="none" extrusionOk="0">
                  <a:moveTo>
                    <a:pt x="1" y="3301"/>
                  </a:moveTo>
                  <a:lnTo>
                    <a:pt x="7560" y="3301"/>
                  </a:lnTo>
                  <a:lnTo>
                    <a:pt x="10860" y="1"/>
                  </a:lnTo>
                  <a:lnTo>
                    <a:pt x="29697" y="1"/>
                  </a:lnTo>
                  <a:lnTo>
                    <a:pt x="34677" y="4978"/>
                  </a:lnTo>
                  <a:lnTo>
                    <a:pt x="51014" y="4978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93"/>
            <p:cNvSpPr/>
            <p:nvPr/>
          </p:nvSpPr>
          <p:spPr>
            <a:xfrm>
              <a:off x="100" y="-15975"/>
              <a:ext cx="9144000" cy="552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0" name="Google Shape;230;p93"/>
          <p:cNvSpPr txBox="1">
            <a:spLocks noGrp="1"/>
          </p:cNvSpPr>
          <p:nvPr>
            <p:ph type="title"/>
          </p:nvPr>
        </p:nvSpPr>
        <p:spPr>
          <a:xfrm>
            <a:off x="2251275" y="800016"/>
            <a:ext cx="6178200" cy="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1" name="Google Shape;231;p93"/>
          <p:cNvSpPr txBox="1">
            <a:spLocks noGrp="1"/>
          </p:cNvSpPr>
          <p:nvPr>
            <p:ph type="title" idx="2"/>
          </p:nvPr>
        </p:nvSpPr>
        <p:spPr>
          <a:xfrm>
            <a:off x="714675" y="800016"/>
            <a:ext cx="1460400" cy="1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32" name="Google Shape;232;p93"/>
          <p:cNvSpPr txBox="1">
            <a:spLocks noGrp="1"/>
          </p:cNvSpPr>
          <p:nvPr>
            <p:ph type="subTitle" idx="1"/>
          </p:nvPr>
        </p:nvSpPr>
        <p:spPr>
          <a:xfrm>
            <a:off x="2251275" y="1608015"/>
            <a:ext cx="6178200" cy="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93"/>
          <p:cNvSpPr>
            <a:spLocks noGrp="1"/>
          </p:cNvSpPr>
          <p:nvPr>
            <p:ph type="pic" idx="3"/>
          </p:nvPr>
        </p:nvSpPr>
        <p:spPr>
          <a:xfrm>
            <a:off x="-354350" y="2408475"/>
            <a:ext cx="6443400" cy="28773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94"/>
          <p:cNvGrpSpPr/>
          <p:nvPr/>
        </p:nvGrpSpPr>
        <p:grpSpPr>
          <a:xfrm>
            <a:off x="-38737" y="-1500"/>
            <a:ext cx="9297685" cy="5295400"/>
            <a:chOff x="-38737" y="-1500"/>
            <a:chExt cx="9297685" cy="5295400"/>
          </a:xfrm>
        </p:grpSpPr>
        <p:sp>
          <p:nvSpPr>
            <p:cNvPr id="236" name="Google Shape;236;p94"/>
            <p:cNvSpPr/>
            <p:nvPr/>
          </p:nvSpPr>
          <p:spPr>
            <a:xfrm rot="5400000">
              <a:off x="5780824" y="1795350"/>
              <a:ext cx="5146500" cy="1552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94"/>
            <p:cNvSpPr/>
            <p:nvPr/>
          </p:nvSpPr>
          <p:spPr>
            <a:xfrm>
              <a:off x="-19951" y="4609325"/>
              <a:ext cx="7584225" cy="673900"/>
            </a:xfrm>
            <a:custGeom>
              <a:avLst/>
              <a:gdLst/>
              <a:ahLst/>
              <a:cxnLst/>
              <a:rect l="l" t="t" r="r" b="b"/>
              <a:pathLst>
                <a:path w="303369" h="26956" extrusionOk="0">
                  <a:moveTo>
                    <a:pt x="190" y="0"/>
                  </a:moveTo>
                  <a:lnTo>
                    <a:pt x="0" y="26956"/>
                  </a:lnTo>
                  <a:lnTo>
                    <a:pt x="303369" y="26210"/>
                  </a:lnTo>
                  <a:lnTo>
                    <a:pt x="303369" y="4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38" name="Google Shape;238;p94"/>
            <p:cNvSpPr/>
            <p:nvPr/>
          </p:nvSpPr>
          <p:spPr>
            <a:xfrm>
              <a:off x="4232199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39" name="Google Shape;239;p94"/>
            <p:cNvSpPr/>
            <p:nvPr/>
          </p:nvSpPr>
          <p:spPr>
            <a:xfrm>
              <a:off x="5560924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40" name="Google Shape;240;p94"/>
            <p:cNvSpPr/>
            <p:nvPr/>
          </p:nvSpPr>
          <p:spPr>
            <a:xfrm rot="10800000">
              <a:off x="-38737" y="536274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94"/>
            <p:cNvSpPr/>
            <p:nvPr/>
          </p:nvSpPr>
          <p:spPr>
            <a:xfrm rot="10800000">
              <a:off x="-9455" y="3941625"/>
              <a:ext cx="9143941" cy="416176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" name="Google Shape;242;p94"/>
          <p:cNvSpPr txBox="1">
            <a:spLocks noGrp="1"/>
          </p:cNvSpPr>
          <p:nvPr>
            <p:ph type="title" hasCustomPrompt="1"/>
          </p:nvPr>
        </p:nvSpPr>
        <p:spPr>
          <a:xfrm>
            <a:off x="1615525" y="1500070"/>
            <a:ext cx="5124900" cy="14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3" name="Google Shape;243;p94"/>
          <p:cNvSpPr txBox="1">
            <a:spLocks noGrp="1"/>
          </p:cNvSpPr>
          <p:nvPr>
            <p:ph type="subTitle" idx="1"/>
          </p:nvPr>
        </p:nvSpPr>
        <p:spPr>
          <a:xfrm>
            <a:off x="1615525" y="2909170"/>
            <a:ext cx="5124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6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95"/>
          <p:cNvGrpSpPr/>
          <p:nvPr/>
        </p:nvGrpSpPr>
        <p:grpSpPr>
          <a:xfrm>
            <a:off x="-38737" y="-1500"/>
            <a:ext cx="9297685" cy="5295400"/>
            <a:chOff x="-38737" y="-1500"/>
            <a:chExt cx="9297685" cy="5295400"/>
          </a:xfrm>
        </p:grpSpPr>
        <p:sp>
          <p:nvSpPr>
            <p:cNvPr id="246" name="Google Shape;246;p95"/>
            <p:cNvSpPr/>
            <p:nvPr/>
          </p:nvSpPr>
          <p:spPr>
            <a:xfrm rot="-5400000" flipH="1">
              <a:off x="-2215950" y="2214450"/>
              <a:ext cx="5146500" cy="714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95"/>
            <p:cNvSpPr/>
            <p:nvPr/>
          </p:nvSpPr>
          <p:spPr>
            <a:xfrm>
              <a:off x="5800000" y="4617200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48" name="Google Shape;248;p95"/>
            <p:cNvSpPr/>
            <p:nvPr/>
          </p:nvSpPr>
          <p:spPr>
            <a:xfrm>
              <a:off x="7128725" y="4617050"/>
              <a:ext cx="2021700" cy="669050"/>
            </a:xfrm>
            <a:custGeom>
              <a:avLst/>
              <a:gdLst/>
              <a:ahLst/>
              <a:cxnLst/>
              <a:rect l="l" t="t" r="r" b="b"/>
              <a:pathLst>
                <a:path w="80868" h="26762" extrusionOk="0">
                  <a:moveTo>
                    <a:pt x="6867" y="6"/>
                  </a:moveTo>
                  <a:lnTo>
                    <a:pt x="0" y="26762"/>
                  </a:lnTo>
                  <a:lnTo>
                    <a:pt x="80868" y="26608"/>
                  </a:lnTo>
                  <a:lnTo>
                    <a:pt x="80850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49" name="Google Shape;249;p95"/>
            <p:cNvSpPr/>
            <p:nvPr/>
          </p:nvSpPr>
          <p:spPr>
            <a:xfrm rot="10800000" flipH="1">
              <a:off x="-38737" y="355299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95"/>
            <p:cNvSpPr/>
            <p:nvPr/>
          </p:nvSpPr>
          <p:spPr>
            <a:xfrm rot="10800000">
              <a:off x="-1" y="4398825"/>
              <a:ext cx="9143941" cy="416176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1" name="Google Shape;251;p95"/>
          <p:cNvSpPr txBox="1">
            <a:spLocks noGrp="1"/>
          </p:cNvSpPr>
          <p:nvPr>
            <p:ph type="title"/>
          </p:nvPr>
        </p:nvSpPr>
        <p:spPr>
          <a:xfrm>
            <a:off x="1071662" y="1081675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52" name="Google Shape;252;p95"/>
          <p:cNvSpPr txBox="1">
            <a:spLocks noGrp="1"/>
          </p:cNvSpPr>
          <p:nvPr>
            <p:ph type="subTitle" idx="1"/>
          </p:nvPr>
        </p:nvSpPr>
        <p:spPr>
          <a:xfrm>
            <a:off x="1071685" y="2105175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95"/>
          <p:cNvSpPr txBox="1">
            <a:spLocks noGrp="1"/>
          </p:cNvSpPr>
          <p:nvPr>
            <p:ph type="title" idx="2"/>
          </p:nvPr>
        </p:nvSpPr>
        <p:spPr>
          <a:xfrm>
            <a:off x="1071662" y="2659950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54" name="Google Shape;254;p95"/>
          <p:cNvSpPr txBox="1">
            <a:spLocks noGrp="1"/>
          </p:cNvSpPr>
          <p:nvPr>
            <p:ph type="subTitle" idx="3"/>
          </p:nvPr>
        </p:nvSpPr>
        <p:spPr>
          <a:xfrm>
            <a:off x="1071685" y="3683450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95"/>
          <p:cNvSpPr txBox="1">
            <a:spLocks noGrp="1"/>
          </p:cNvSpPr>
          <p:nvPr>
            <p:ph type="title" idx="4"/>
          </p:nvPr>
        </p:nvSpPr>
        <p:spPr>
          <a:xfrm>
            <a:off x="4882112" y="1081675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56" name="Google Shape;256;p95"/>
          <p:cNvSpPr txBox="1">
            <a:spLocks noGrp="1"/>
          </p:cNvSpPr>
          <p:nvPr>
            <p:ph type="subTitle" idx="5"/>
          </p:nvPr>
        </p:nvSpPr>
        <p:spPr>
          <a:xfrm>
            <a:off x="4882135" y="2105175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95"/>
          <p:cNvSpPr txBox="1">
            <a:spLocks noGrp="1"/>
          </p:cNvSpPr>
          <p:nvPr>
            <p:ph type="title" idx="6"/>
          </p:nvPr>
        </p:nvSpPr>
        <p:spPr>
          <a:xfrm>
            <a:off x="4882112" y="2659950"/>
            <a:ext cx="3190200" cy="10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58" name="Google Shape;258;p95"/>
          <p:cNvSpPr txBox="1">
            <a:spLocks noGrp="1"/>
          </p:cNvSpPr>
          <p:nvPr>
            <p:ph type="subTitle" idx="7"/>
          </p:nvPr>
        </p:nvSpPr>
        <p:spPr>
          <a:xfrm>
            <a:off x="4882135" y="3683450"/>
            <a:ext cx="31902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6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96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261" name="Google Shape;261;p96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96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96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64" name="Google Shape;264;p96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65" name="Google Shape;265;p96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66" name="Google Shape;266;p96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" name="Google Shape;267;p96"/>
          <p:cNvSpPr txBox="1">
            <a:spLocks noGrp="1"/>
          </p:cNvSpPr>
          <p:nvPr>
            <p:ph type="title"/>
          </p:nvPr>
        </p:nvSpPr>
        <p:spPr>
          <a:xfrm>
            <a:off x="714700" y="2940875"/>
            <a:ext cx="25239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68" name="Google Shape;268;p96"/>
          <p:cNvSpPr txBox="1">
            <a:spLocks noGrp="1"/>
          </p:cNvSpPr>
          <p:nvPr>
            <p:ph type="subTitle" idx="1"/>
          </p:nvPr>
        </p:nvSpPr>
        <p:spPr>
          <a:xfrm>
            <a:off x="714700" y="2115700"/>
            <a:ext cx="25239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96"/>
          <p:cNvSpPr txBox="1">
            <a:spLocks noGrp="1"/>
          </p:cNvSpPr>
          <p:nvPr>
            <p:ph type="subTitle" idx="2"/>
          </p:nvPr>
        </p:nvSpPr>
        <p:spPr>
          <a:xfrm>
            <a:off x="714700" y="1577950"/>
            <a:ext cx="25239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96"/>
          <p:cNvSpPr txBox="1">
            <a:spLocks noGrp="1"/>
          </p:cNvSpPr>
          <p:nvPr>
            <p:ph type="title" idx="3"/>
          </p:nvPr>
        </p:nvSpPr>
        <p:spPr>
          <a:xfrm>
            <a:off x="3255150" y="2940875"/>
            <a:ext cx="25239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71" name="Google Shape;271;p96"/>
          <p:cNvSpPr txBox="1">
            <a:spLocks noGrp="1"/>
          </p:cNvSpPr>
          <p:nvPr>
            <p:ph type="subTitle" idx="4"/>
          </p:nvPr>
        </p:nvSpPr>
        <p:spPr>
          <a:xfrm>
            <a:off x="3255150" y="2115700"/>
            <a:ext cx="25239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96"/>
          <p:cNvSpPr txBox="1">
            <a:spLocks noGrp="1"/>
          </p:cNvSpPr>
          <p:nvPr>
            <p:ph type="subTitle" idx="5"/>
          </p:nvPr>
        </p:nvSpPr>
        <p:spPr>
          <a:xfrm>
            <a:off x="3255150" y="1577950"/>
            <a:ext cx="25239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96"/>
          <p:cNvSpPr txBox="1">
            <a:spLocks noGrp="1"/>
          </p:cNvSpPr>
          <p:nvPr>
            <p:ph type="title" idx="6"/>
          </p:nvPr>
        </p:nvSpPr>
        <p:spPr>
          <a:xfrm>
            <a:off x="5795600" y="2940875"/>
            <a:ext cx="2523900" cy="8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74" name="Google Shape;274;p96"/>
          <p:cNvSpPr txBox="1">
            <a:spLocks noGrp="1"/>
          </p:cNvSpPr>
          <p:nvPr>
            <p:ph type="subTitle" idx="7"/>
          </p:nvPr>
        </p:nvSpPr>
        <p:spPr>
          <a:xfrm>
            <a:off x="5795600" y="2115700"/>
            <a:ext cx="25239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96"/>
          <p:cNvSpPr txBox="1">
            <a:spLocks noGrp="1"/>
          </p:cNvSpPr>
          <p:nvPr>
            <p:ph type="subTitle" idx="8"/>
          </p:nvPr>
        </p:nvSpPr>
        <p:spPr>
          <a:xfrm>
            <a:off x="5795600" y="1577950"/>
            <a:ext cx="25239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96"/>
          <p:cNvSpPr txBox="1">
            <a:spLocks noGrp="1"/>
          </p:cNvSpPr>
          <p:nvPr>
            <p:ph type="title" idx="9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n columns">
  <p:cSld name="CUSTOM_3_2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oogle Shape;278;p97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279" name="Google Shape;279;p97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80" name="Google Shape;280;p97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281" name="Google Shape;281;p97"/>
            <p:cNvSpPr/>
            <p:nvPr/>
          </p:nvSpPr>
          <p:spPr>
            <a:xfrm rot="-5400000">
              <a:off x="-2216100" y="2214600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97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97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</p:grpSp>
      <p:sp>
        <p:nvSpPr>
          <p:cNvPr id="284" name="Google Shape;284;p97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97"/>
          <p:cNvSpPr txBox="1">
            <a:spLocks noGrp="1"/>
          </p:cNvSpPr>
          <p:nvPr>
            <p:ph type="subTitle" idx="1"/>
          </p:nvPr>
        </p:nvSpPr>
        <p:spPr>
          <a:xfrm>
            <a:off x="1555604" y="146307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97"/>
          <p:cNvSpPr txBox="1">
            <a:spLocks noGrp="1"/>
          </p:cNvSpPr>
          <p:nvPr>
            <p:ph type="title" idx="2"/>
          </p:nvPr>
        </p:nvSpPr>
        <p:spPr>
          <a:xfrm>
            <a:off x="894612" y="1463076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7" name="Google Shape;287;p97"/>
          <p:cNvSpPr txBox="1">
            <a:spLocks noGrp="1"/>
          </p:cNvSpPr>
          <p:nvPr>
            <p:ph type="subTitle" idx="3"/>
          </p:nvPr>
        </p:nvSpPr>
        <p:spPr>
          <a:xfrm>
            <a:off x="1555604" y="2070900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97"/>
          <p:cNvSpPr txBox="1">
            <a:spLocks noGrp="1"/>
          </p:cNvSpPr>
          <p:nvPr>
            <p:ph type="title" idx="4"/>
          </p:nvPr>
        </p:nvSpPr>
        <p:spPr>
          <a:xfrm>
            <a:off x="894612" y="2070900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9" name="Google Shape;289;p97"/>
          <p:cNvSpPr txBox="1">
            <a:spLocks noGrp="1"/>
          </p:cNvSpPr>
          <p:nvPr>
            <p:ph type="subTitle" idx="5"/>
          </p:nvPr>
        </p:nvSpPr>
        <p:spPr>
          <a:xfrm>
            <a:off x="1555604" y="267872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97"/>
          <p:cNvSpPr txBox="1">
            <a:spLocks noGrp="1"/>
          </p:cNvSpPr>
          <p:nvPr>
            <p:ph type="title" idx="6"/>
          </p:nvPr>
        </p:nvSpPr>
        <p:spPr>
          <a:xfrm>
            <a:off x="894612" y="267872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1" name="Google Shape;291;p97"/>
          <p:cNvSpPr txBox="1">
            <a:spLocks noGrp="1"/>
          </p:cNvSpPr>
          <p:nvPr>
            <p:ph type="subTitle" idx="7"/>
          </p:nvPr>
        </p:nvSpPr>
        <p:spPr>
          <a:xfrm>
            <a:off x="1555604" y="3286550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97"/>
          <p:cNvSpPr txBox="1">
            <a:spLocks noGrp="1"/>
          </p:cNvSpPr>
          <p:nvPr>
            <p:ph type="title" idx="8"/>
          </p:nvPr>
        </p:nvSpPr>
        <p:spPr>
          <a:xfrm>
            <a:off x="894612" y="3286550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3" name="Google Shape;293;p97"/>
          <p:cNvSpPr txBox="1">
            <a:spLocks noGrp="1"/>
          </p:cNvSpPr>
          <p:nvPr>
            <p:ph type="subTitle" idx="9"/>
          </p:nvPr>
        </p:nvSpPr>
        <p:spPr>
          <a:xfrm>
            <a:off x="1555604" y="389437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97"/>
          <p:cNvSpPr txBox="1">
            <a:spLocks noGrp="1"/>
          </p:cNvSpPr>
          <p:nvPr>
            <p:ph type="title" idx="13"/>
          </p:nvPr>
        </p:nvSpPr>
        <p:spPr>
          <a:xfrm>
            <a:off x="894612" y="389437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5" name="Google Shape;295;p97"/>
          <p:cNvSpPr txBox="1">
            <a:spLocks noGrp="1"/>
          </p:cNvSpPr>
          <p:nvPr>
            <p:ph type="subTitle" idx="14"/>
          </p:nvPr>
        </p:nvSpPr>
        <p:spPr>
          <a:xfrm>
            <a:off x="5413279" y="146307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97"/>
          <p:cNvSpPr txBox="1">
            <a:spLocks noGrp="1"/>
          </p:cNvSpPr>
          <p:nvPr>
            <p:ph type="title" idx="15"/>
          </p:nvPr>
        </p:nvSpPr>
        <p:spPr>
          <a:xfrm>
            <a:off x="4752037" y="146307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7" name="Google Shape;297;p97"/>
          <p:cNvSpPr txBox="1">
            <a:spLocks noGrp="1"/>
          </p:cNvSpPr>
          <p:nvPr>
            <p:ph type="subTitle" idx="16"/>
          </p:nvPr>
        </p:nvSpPr>
        <p:spPr>
          <a:xfrm>
            <a:off x="5413279" y="2070909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97"/>
          <p:cNvSpPr txBox="1">
            <a:spLocks noGrp="1"/>
          </p:cNvSpPr>
          <p:nvPr>
            <p:ph type="title" idx="17"/>
          </p:nvPr>
        </p:nvSpPr>
        <p:spPr>
          <a:xfrm>
            <a:off x="4752037" y="2070900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9" name="Google Shape;299;p97"/>
          <p:cNvSpPr txBox="1">
            <a:spLocks noGrp="1"/>
          </p:cNvSpPr>
          <p:nvPr>
            <p:ph type="subTitle" idx="18"/>
          </p:nvPr>
        </p:nvSpPr>
        <p:spPr>
          <a:xfrm>
            <a:off x="5413279" y="2678731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97"/>
          <p:cNvSpPr txBox="1">
            <a:spLocks noGrp="1"/>
          </p:cNvSpPr>
          <p:nvPr>
            <p:ph type="title" idx="19"/>
          </p:nvPr>
        </p:nvSpPr>
        <p:spPr>
          <a:xfrm>
            <a:off x="4752037" y="267872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1" name="Google Shape;301;p97"/>
          <p:cNvSpPr txBox="1">
            <a:spLocks noGrp="1"/>
          </p:cNvSpPr>
          <p:nvPr>
            <p:ph type="subTitle" idx="20"/>
          </p:nvPr>
        </p:nvSpPr>
        <p:spPr>
          <a:xfrm>
            <a:off x="5413279" y="3286553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97"/>
          <p:cNvSpPr txBox="1">
            <a:spLocks noGrp="1"/>
          </p:cNvSpPr>
          <p:nvPr>
            <p:ph type="title" idx="21"/>
          </p:nvPr>
        </p:nvSpPr>
        <p:spPr>
          <a:xfrm>
            <a:off x="4752037" y="3286550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3" name="Google Shape;303;p97"/>
          <p:cNvSpPr txBox="1">
            <a:spLocks noGrp="1"/>
          </p:cNvSpPr>
          <p:nvPr>
            <p:ph type="subTitle" idx="22"/>
          </p:nvPr>
        </p:nvSpPr>
        <p:spPr>
          <a:xfrm>
            <a:off x="5413279" y="3894375"/>
            <a:ext cx="3008100" cy="410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97"/>
          <p:cNvSpPr txBox="1">
            <a:spLocks noGrp="1"/>
          </p:cNvSpPr>
          <p:nvPr>
            <p:ph type="title" idx="23"/>
          </p:nvPr>
        </p:nvSpPr>
        <p:spPr>
          <a:xfrm>
            <a:off x="4752037" y="3894375"/>
            <a:ext cx="474000" cy="410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98"/>
          <p:cNvGrpSpPr/>
          <p:nvPr/>
        </p:nvGrpSpPr>
        <p:grpSpPr>
          <a:xfrm>
            <a:off x="-38737" y="-1500"/>
            <a:ext cx="9297685" cy="5146500"/>
            <a:chOff x="-38737" y="-1500"/>
            <a:chExt cx="9297685" cy="5146500"/>
          </a:xfrm>
        </p:grpSpPr>
        <p:sp>
          <p:nvSpPr>
            <p:cNvPr id="307" name="Google Shape;307;p98"/>
            <p:cNvSpPr/>
            <p:nvPr/>
          </p:nvSpPr>
          <p:spPr>
            <a:xfrm rot="-5400000" flipH="1">
              <a:off x="-2220750" y="2219250"/>
              <a:ext cx="5146500" cy="705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8" name="Google Shape;308;p98"/>
            <p:cNvGrpSpPr/>
            <p:nvPr/>
          </p:nvGrpSpPr>
          <p:grpSpPr>
            <a:xfrm>
              <a:off x="-38737" y="327611"/>
              <a:ext cx="9297685" cy="4488278"/>
              <a:chOff x="-38737" y="327611"/>
              <a:chExt cx="9297685" cy="4488278"/>
            </a:xfrm>
          </p:grpSpPr>
          <p:sp>
            <p:nvSpPr>
              <p:cNvPr id="309" name="Google Shape;309;p98"/>
              <p:cNvSpPr/>
              <p:nvPr/>
            </p:nvSpPr>
            <p:spPr>
              <a:xfrm rot="10800000" flipH="1">
                <a:off x="-38737" y="327611"/>
                <a:ext cx="9297685" cy="598895"/>
              </a:xfrm>
              <a:custGeom>
                <a:avLst/>
                <a:gdLst/>
                <a:ahLst/>
                <a:cxnLst/>
                <a:rect l="l" t="t" r="r" b="b"/>
                <a:pathLst>
                  <a:path w="58499" h="3768" fill="none" extrusionOk="0">
                    <a:moveTo>
                      <a:pt x="58499" y="2472"/>
                    </a:moveTo>
                    <a:lnTo>
                      <a:pt x="44663" y="2472"/>
                    </a:lnTo>
                    <a:lnTo>
                      <a:pt x="42191" y="0"/>
                    </a:lnTo>
                    <a:lnTo>
                      <a:pt x="27753" y="0"/>
                    </a:lnTo>
                    <a:lnTo>
                      <a:pt x="23986" y="3768"/>
                    </a:lnTo>
                    <a:lnTo>
                      <a:pt x="0" y="376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98"/>
              <p:cNvSpPr/>
              <p:nvPr/>
            </p:nvSpPr>
            <p:spPr>
              <a:xfrm rot="10800000" flipH="1">
                <a:off x="-1" y="4399713"/>
                <a:ext cx="9143941" cy="416176"/>
              </a:xfrm>
              <a:custGeom>
                <a:avLst/>
                <a:gdLst/>
                <a:ahLst/>
                <a:cxnLst/>
                <a:rect l="l" t="t" r="r" b="b"/>
                <a:pathLst>
                  <a:path w="52272" h="2379" fill="none" extrusionOk="0">
                    <a:moveTo>
                      <a:pt x="0" y="1"/>
                    </a:moveTo>
                    <a:lnTo>
                      <a:pt x="23309" y="1"/>
                    </a:lnTo>
                    <a:lnTo>
                      <a:pt x="25683" y="2378"/>
                    </a:lnTo>
                    <a:lnTo>
                      <a:pt x="52272" y="2378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1" name="Google Shape;311;p98"/>
          <p:cNvSpPr txBox="1">
            <a:spLocks noGrp="1"/>
          </p:cNvSpPr>
          <p:nvPr>
            <p:ph type="title"/>
          </p:nvPr>
        </p:nvSpPr>
        <p:spPr>
          <a:xfrm>
            <a:off x="1107313" y="1196100"/>
            <a:ext cx="2283900" cy="15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98"/>
          <p:cNvSpPr txBox="1">
            <a:spLocks noGrp="1"/>
          </p:cNvSpPr>
          <p:nvPr>
            <p:ph type="subTitle" idx="1"/>
          </p:nvPr>
        </p:nvSpPr>
        <p:spPr>
          <a:xfrm>
            <a:off x="1107388" y="2979000"/>
            <a:ext cx="2658300" cy="9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99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315" name="Google Shape;315;p99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99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99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18" name="Google Shape;318;p99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19" name="Google Shape;319;p99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20" name="Google Shape;320;p99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1" name="Google Shape;321;p99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99"/>
          <p:cNvSpPr txBox="1">
            <a:spLocks noGrp="1"/>
          </p:cNvSpPr>
          <p:nvPr>
            <p:ph type="subTitle" idx="1"/>
          </p:nvPr>
        </p:nvSpPr>
        <p:spPr>
          <a:xfrm>
            <a:off x="1691045" y="3124463"/>
            <a:ext cx="2520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323" name="Google Shape;323;p99"/>
          <p:cNvSpPr txBox="1">
            <a:spLocks noGrp="1"/>
          </p:cNvSpPr>
          <p:nvPr>
            <p:ph type="subTitle" idx="2"/>
          </p:nvPr>
        </p:nvSpPr>
        <p:spPr>
          <a:xfrm>
            <a:off x="1691051" y="3476384"/>
            <a:ext cx="2520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99"/>
          <p:cNvSpPr txBox="1">
            <a:spLocks noGrp="1"/>
          </p:cNvSpPr>
          <p:nvPr>
            <p:ph type="subTitle" idx="3"/>
          </p:nvPr>
        </p:nvSpPr>
        <p:spPr>
          <a:xfrm>
            <a:off x="4932053" y="3124463"/>
            <a:ext cx="2520900" cy="4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 sz="2200" b="1">
                <a:solidFill>
                  <a:schemeClr val="lt2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mbay"/>
              <a:buNone/>
              <a:defRPr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325" name="Google Shape;325;p99"/>
          <p:cNvSpPr txBox="1">
            <a:spLocks noGrp="1"/>
          </p:cNvSpPr>
          <p:nvPr>
            <p:ph type="subTitle" idx="4"/>
          </p:nvPr>
        </p:nvSpPr>
        <p:spPr>
          <a:xfrm>
            <a:off x="4932053" y="3476384"/>
            <a:ext cx="2520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0"/>
          <p:cNvSpPr/>
          <p:nvPr/>
        </p:nvSpPr>
        <p:spPr>
          <a:xfrm rot="-5400000">
            <a:off x="-2216100" y="2214600"/>
            <a:ext cx="5146500" cy="71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00"/>
          <p:cNvSpPr txBox="1">
            <a:spLocks noGrp="1"/>
          </p:cNvSpPr>
          <p:nvPr>
            <p:ph type="title"/>
          </p:nvPr>
        </p:nvSpPr>
        <p:spPr>
          <a:xfrm>
            <a:off x="714675" y="536275"/>
            <a:ext cx="38574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5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29" name="Google Shape;329;p100"/>
          <p:cNvSpPr txBox="1">
            <a:spLocks noGrp="1"/>
          </p:cNvSpPr>
          <p:nvPr>
            <p:ph type="subTitle" idx="1"/>
          </p:nvPr>
        </p:nvSpPr>
        <p:spPr>
          <a:xfrm>
            <a:off x="714675" y="1510925"/>
            <a:ext cx="3857400" cy="1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100"/>
          <p:cNvSpPr>
            <a:spLocks noGrp="1"/>
          </p:cNvSpPr>
          <p:nvPr>
            <p:ph type="pic" idx="2"/>
          </p:nvPr>
        </p:nvSpPr>
        <p:spPr>
          <a:xfrm>
            <a:off x="4476825" y="-102600"/>
            <a:ext cx="6443400" cy="53487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sp>
      <p:sp>
        <p:nvSpPr>
          <p:cNvPr id="331" name="Google Shape;331;p100"/>
          <p:cNvSpPr txBox="1"/>
          <p:nvPr/>
        </p:nvSpPr>
        <p:spPr>
          <a:xfrm>
            <a:off x="812775" y="3558501"/>
            <a:ext cx="3661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 </a:t>
            </a:r>
            <a:r>
              <a:rPr lang="en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This presentation template was created by </a:t>
            </a:r>
            <a:r>
              <a:rPr lang="en" sz="1200" b="1" i="0" u="none" strike="noStrike" cap="non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including icons by </a:t>
            </a:r>
            <a:r>
              <a:rPr lang="en" sz="1200" b="1" i="0" u="none" strike="noStrike" cap="non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2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and infographics &amp; images by </a:t>
            </a:r>
            <a:r>
              <a:rPr lang="en" sz="1200" b="1" i="0" u="none" strike="noStrike" cap="non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4_1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101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334" name="Google Shape;334;p101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01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36" name="Google Shape;336;p101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37" name="Google Shape;337;p101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  <p:sp>
        <p:nvSpPr>
          <p:cNvPr id="338" name="Google Shape;338;p101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101"/>
          <p:cNvSpPr txBox="1">
            <a:spLocks noGrp="1"/>
          </p:cNvSpPr>
          <p:nvPr>
            <p:ph type="body" idx="1"/>
          </p:nvPr>
        </p:nvSpPr>
        <p:spPr>
          <a:xfrm>
            <a:off x="743825" y="1306550"/>
            <a:ext cx="3828300" cy="29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0" name="Google Shape;340;p101"/>
          <p:cNvSpPr txBox="1">
            <a:spLocks noGrp="1"/>
          </p:cNvSpPr>
          <p:nvPr>
            <p:ph type="body" idx="2"/>
          </p:nvPr>
        </p:nvSpPr>
        <p:spPr>
          <a:xfrm>
            <a:off x="4571875" y="1306604"/>
            <a:ext cx="3828300" cy="29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4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100019" scaled="0"/>
        </a:gra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102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343" name="Google Shape;343;p102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02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02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46" name="Google Shape;346;p102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47" name="Google Shape;347;p102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48" name="Google Shape;348;p102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9" name="Google Shape;349;p102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102"/>
          <p:cNvSpPr txBox="1">
            <a:spLocks noGrp="1"/>
          </p:cNvSpPr>
          <p:nvPr>
            <p:ph type="body" idx="1"/>
          </p:nvPr>
        </p:nvSpPr>
        <p:spPr>
          <a:xfrm>
            <a:off x="714675" y="1076275"/>
            <a:ext cx="3857400" cy="3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1" name="Google Shape;351;p102"/>
          <p:cNvSpPr txBox="1">
            <a:spLocks noGrp="1"/>
          </p:cNvSpPr>
          <p:nvPr>
            <p:ph type="body" idx="2"/>
          </p:nvPr>
        </p:nvSpPr>
        <p:spPr>
          <a:xfrm>
            <a:off x="4572125" y="1076275"/>
            <a:ext cx="3857400" cy="3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8099331" scaled="0"/>
        </a:gra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07"/>
          <p:cNvGrpSpPr/>
          <p:nvPr/>
        </p:nvGrpSpPr>
        <p:grpSpPr>
          <a:xfrm>
            <a:off x="-232900" y="-58626"/>
            <a:ext cx="10141432" cy="5348633"/>
            <a:chOff x="-232900" y="-58626"/>
            <a:chExt cx="10141432" cy="5348633"/>
          </a:xfrm>
        </p:grpSpPr>
        <p:sp>
          <p:nvSpPr>
            <p:cNvPr id="355" name="Google Shape;355;p107"/>
            <p:cNvSpPr/>
            <p:nvPr/>
          </p:nvSpPr>
          <p:spPr>
            <a:xfrm flipH="1">
              <a:off x="-33789" y="-58626"/>
              <a:ext cx="9297685" cy="598895"/>
            </a:xfrm>
            <a:custGeom>
              <a:avLst/>
              <a:gdLst/>
              <a:ahLst/>
              <a:cxnLst/>
              <a:rect l="l" t="t" r="r" b="b"/>
              <a:pathLst>
                <a:path w="58499" h="3768" fill="none" extrusionOk="0">
                  <a:moveTo>
                    <a:pt x="58499" y="2472"/>
                  </a:moveTo>
                  <a:lnTo>
                    <a:pt x="44663" y="2472"/>
                  </a:lnTo>
                  <a:lnTo>
                    <a:pt x="42191" y="0"/>
                  </a:lnTo>
                  <a:lnTo>
                    <a:pt x="27753" y="0"/>
                  </a:lnTo>
                  <a:lnTo>
                    <a:pt x="23986" y="3768"/>
                  </a:lnTo>
                  <a:lnTo>
                    <a:pt x="0" y="376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107"/>
            <p:cNvSpPr/>
            <p:nvPr/>
          </p:nvSpPr>
          <p:spPr>
            <a:xfrm rot="10800000" flipH="1">
              <a:off x="-232900" y="4610587"/>
              <a:ext cx="9763125" cy="304800"/>
            </a:xfrm>
            <a:custGeom>
              <a:avLst/>
              <a:gdLst/>
              <a:ahLst/>
              <a:cxnLst/>
              <a:rect l="l" t="t" r="r" b="b"/>
              <a:pathLst>
                <a:path w="390525" h="12192" extrusionOk="0">
                  <a:moveTo>
                    <a:pt x="0" y="12192"/>
                  </a:moveTo>
                  <a:lnTo>
                    <a:pt x="164973" y="12192"/>
                  </a:lnTo>
                  <a:lnTo>
                    <a:pt x="176022" y="0"/>
                  </a:lnTo>
                  <a:lnTo>
                    <a:pt x="390525" y="0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57" name="Google Shape;357;p107"/>
            <p:cNvSpPr/>
            <p:nvPr/>
          </p:nvSpPr>
          <p:spPr>
            <a:xfrm>
              <a:off x="6558107" y="4613307"/>
              <a:ext cx="1130850" cy="676700"/>
            </a:xfrm>
            <a:custGeom>
              <a:avLst/>
              <a:gdLst/>
              <a:ahLst/>
              <a:cxnLst/>
              <a:rect l="l" t="t" r="r" b="b"/>
              <a:pathLst>
                <a:path w="45234" h="27068" extrusionOk="0">
                  <a:moveTo>
                    <a:pt x="6867" y="0"/>
                  </a:moveTo>
                  <a:lnTo>
                    <a:pt x="0" y="26756"/>
                  </a:lnTo>
                  <a:lnTo>
                    <a:pt x="38270" y="27068"/>
                  </a:lnTo>
                  <a:lnTo>
                    <a:pt x="45234" y="9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58" name="Google Shape;358;p107"/>
            <p:cNvSpPr/>
            <p:nvPr/>
          </p:nvSpPr>
          <p:spPr>
            <a:xfrm>
              <a:off x="7886832" y="4613307"/>
              <a:ext cx="2021700" cy="668900"/>
            </a:xfrm>
            <a:custGeom>
              <a:avLst/>
              <a:gdLst/>
              <a:ahLst/>
              <a:cxnLst/>
              <a:rect l="l" t="t" r="r" b="b"/>
              <a:pathLst>
                <a:path w="80868" h="26756" extrusionOk="0">
                  <a:moveTo>
                    <a:pt x="6867" y="0"/>
                  </a:moveTo>
                  <a:lnTo>
                    <a:pt x="0" y="26756"/>
                  </a:lnTo>
                  <a:lnTo>
                    <a:pt x="80868" y="26602"/>
                  </a:lnTo>
                  <a:lnTo>
                    <a:pt x="80866" y="27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18900732" scaled="0"/>
        </a:gra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108"/>
          <p:cNvGrpSpPr/>
          <p:nvPr/>
        </p:nvGrpSpPr>
        <p:grpSpPr>
          <a:xfrm>
            <a:off x="-594014" y="-19776"/>
            <a:ext cx="9738014" cy="5342995"/>
            <a:chOff x="-594014" y="-19776"/>
            <a:chExt cx="9738014" cy="5342995"/>
          </a:xfrm>
        </p:grpSpPr>
        <p:sp>
          <p:nvSpPr>
            <p:cNvPr id="361" name="Google Shape;361;p108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08"/>
            <p:cNvSpPr/>
            <p:nvPr/>
          </p:nvSpPr>
          <p:spPr>
            <a:xfrm rot="10800000" flipH="1">
              <a:off x="-26301" y="-19776"/>
              <a:ext cx="8450292" cy="384601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08"/>
            <p:cNvSpPr/>
            <p:nvPr/>
          </p:nvSpPr>
          <p:spPr>
            <a:xfrm>
              <a:off x="-9500" y="4598900"/>
              <a:ext cx="8438595" cy="544632"/>
            </a:xfrm>
            <a:custGeom>
              <a:avLst/>
              <a:gdLst/>
              <a:ahLst/>
              <a:cxnLst/>
              <a:rect l="l" t="t" r="r" b="b"/>
              <a:pathLst>
                <a:path w="337274" h="26384" extrusionOk="0">
                  <a:moveTo>
                    <a:pt x="95" y="0"/>
                  </a:moveTo>
                  <a:lnTo>
                    <a:pt x="0" y="26384"/>
                  </a:lnTo>
                  <a:lnTo>
                    <a:pt x="337274" y="26348"/>
                  </a:lnTo>
                  <a:lnTo>
                    <a:pt x="337274" y="56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64" name="Google Shape;364;p108"/>
            <p:cNvSpPr/>
            <p:nvPr/>
          </p:nvSpPr>
          <p:spPr>
            <a:xfrm>
              <a:off x="5065975" y="4606475"/>
              <a:ext cx="1099425" cy="547350"/>
            </a:xfrm>
            <a:custGeom>
              <a:avLst/>
              <a:gdLst/>
              <a:ahLst/>
              <a:cxnLst/>
              <a:rect l="l" t="t" r="r" b="b"/>
              <a:pathLst>
                <a:path w="43977" h="21894" extrusionOk="0">
                  <a:moveTo>
                    <a:pt x="5575" y="0"/>
                  </a:moveTo>
                  <a:lnTo>
                    <a:pt x="0" y="21846"/>
                  </a:lnTo>
                  <a:lnTo>
                    <a:pt x="38362" y="21894"/>
                  </a:lnTo>
                  <a:lnTo>
                    <a:pt x="43977" y="8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65" name="Google Shape;365;p108"/>
            <p:cNvSpPr/>
            <p:nvPr/>
          </p:nvSpPr>
          <p:spPr>
            <a:xfrm>
              <a:off x="6318950" y="4609250"/>
              <a:ext cx="2111125" cy="541900"/>
            </a:xfrm>
            <a:custGeom>
              <a:avLst/>
              <a:gdLst/>
              <a:ahLst/>
              <a:cxnLst/>
              <a:rect l="l" t="t" r="r" b="b"/>
              <a:pathLst>
                <a:path w="84445" h="21676" extrusionOk="0">
                  <a:moveTo>
                    <a:pt x="5603" y="0"/>
                  </a:moveTo>
                  <a:lnTo>
                    <a:pt x="0" y="21676"/>
                  </a:lnTo>
                  <a:lnTo>
                    <a:pt x="84445" y="21502"/>
                  </a:lnTo>
                  <a:lnTo>
                    <a:pt x="84445" y="47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366" name="Google Shape;366;p108"/>
            <p:cNvSpPr/>
            <p:nvPr/>
          </p:nvSpPr>
          <p:spPr>
            <a:xfrm flipH="1">
              <a:off x="-594014" y="4873823"/>
              <a:ext cx="5349365" cy="449396"/>
            </a:xfrm>
            <a:custGeom>
              <a:avLst/>
              <a:gdLst/>
              <a:ahLst/>
              <a:cxnLst/>
              <a:rect l="l" t="t" r="r" b="b"/>
              <a:pathLst>
                <a:path w="56278" h="4728" fill="none" extrusionOk="0">
                  <a:moveTo>
                    <a:pt x="0" y="4727"/>
                  </a:moveTo>
                  <a:lnTo>
                    <a:pt x="25536" y="4727"/>
                  </a:lnTo>
                  <a:lnTo>
                    <a:pt x="30262" y="1"/>
                  </a:lnTo>
                  <a:lnTo>
                    <a:pt x="56277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BLANK_1_1_1_1_2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51b705fa41_0_171"/>
          <p:cNvSpPr txBox="1">
            <a:spLocks noGrp="1"/>
          </p:cNvSpPr>
          <p:nvPr>
            <p:ph type="title"/>
          </p:nvPr>
        </p:nvSpPr>
        <p:spPr>
          <a:xfrm>
            <a:off x="5571350" y="430343"/>
            <a:ext cx="3063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69" name="Google Shape;369;g251b705fa41_0_171"/>
          <p:cNvSpPr txBox="1">
            <a:spLocks noGrp="1"/>
          </p:cNvSpPr>
          <p:nvPr>
            <p:ph type="subTitle" idx="1"/>
          </p:nvPr>
        </p:nvSpPr>
        <p:spPr>
          <a:xfrm>
            <a:off x="5571350" y="880826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g251b705fa41_0_171"/>
          <p:cNvSpPr txBox="1">
            <a:spLocks noGrp="1"/>
          </p:cNvSpPr>
          <p:nvPr>
            <p:ph type="title" idx="2"/>
          </p:nvPr>
        </p:nvSpPr>
        <p:spPr>
          <a:xfrm>
            <a:off x="5571350" y="1505518"/>
            <a:ext cx="3086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1" name="Google Shape;371;g251b705fa41_0_171"/>
          <p:cNvSpPr txBox="1">
            <a:spLocks noGrp="1"/>
          </p:cNvSpPr>
          <p:nvPr>
            <p:ph type="subTitle" idx="3"/>
          </p:nvPr>
        </p:nvSpPr>
        <p:spPr>
          <a:xfrm>
            <a:off x="5571350" y="1969884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2" name="Google Shape;372;g251b705fa41_0_171"/>
          <p:cNvSpPr txBox="1">
            <a:spLocks noGrp="1"/>
          </p:cNvSpPr>
          <p:nvPr>
            <p:ph type="title" idx="4"/>
          </p:nvPr>
        </p:nvSpPr>
        <p:spPr>
          <a:xfrm>
            <a:off x="5571350" y="2580693"/>
            <a:ext cx="3063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3" name="Google Shape;373;g251b705fa41_0_171"/>
          <p:cNvSpPr txBox="1">
            <a:spLocks noGrp="1"/>
          </p:cNvSpPr>
          <p:nvPr>
            <p:ph type="subTitle" idx="5"/>
          </p:nvPr>
        </p:nvSpPr>
        <p:spPr>
          <a:xfrm>
            <a:off x="5571350" y="3058941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g251b705fa41_0_171"/>
          <p:cNvSpPr txBox="1">
            <a:spLocks noGrp="1"/>
          </p:cNvSpPr>
          <p:nvPr>
            <p:ph type="title" idx="6"/>
          </p:nvPr>
        </p:nvSpPr>
        <p:spPr>
          <a:xfrm>
            <a:off x="5571350" y="3655868"/>
            <a:ext cx="30639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5" name="Google Shape;375;g251b705fa41_0_171"/>
          <p:cNvSpPr txBox="1">
            <a:spLocks noGrp="1"/>
          </p:cNvSpPr>
          <p:nvPr>
            <p:ph type="subTitle" idx="7"/>
          </p:nvPr>
        </p:nvSpPr>
        <p:spPr>
          <a:xfrm>
            <a:off x="5571350" y="4147999"/>
            <a:ext cx="2562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g251b705fa41_0_171"/>
          <p:cNvSpPr txBox="1">
            <a:spLocks noGrp="1"/>
          </p:cNvSpPr>
          <p:nvPr>
            <p:ph type="title" idx="8"/>
          </p:nvPr>
        </p:nvSpPr>
        <p:spPr>
          <a:xfrm>
            <a:off x="720000" y="365913"/>
            <a:ext cx="1981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g251b705fa41_0_171"/>
          <p:cNvSpPr txBox="1">
            <a:spLocks noGrp="1"/>
          </p:cNvSpPr>
          <p:nvPr>
            <p:ph type="title" idx="9"/>
          </p:nvPr>
        </p:nvSpPr>
        <p:spPr>
          <a:xfrm>
            <a:off x="4099525" y="373950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8" name="Google Shape;378;g251b705fa41_0_171"/>
          <p:cNvSpPr txBox="1">
            <a:spLocks noGrp="1"/>
          </p:cNvSpPr>
          <p:nvPr>
            <p:ph type="title" idx="13"/>
          </p:nvPr>
        </p:nvSpPr>
        <p:spPr>
          <a:xfrm>
            <a:off x="4099525" y="2557800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9" name="Google Shape;379;g251b705fa41_0_171"/>
          <p:cNvSpPr txBox="1">
            <a:spLocks noGrp="1"/>
          </p:cNvSpPr>
          <p:nvPr>
            <p:ph type="title" idx="14"/>
          </p:nvPr>
        </p:nvSpPr>
        <p:spPr>
          <a:xfrm>
            <a:off x="4099525" y="1465875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80" name="Google Shape;380;g251b705fa41_0_171"/>
          <p:cNvSpPr txBox="1">
            <a:spLocks noGrp="1"/>
          </p:cNvSpPr>
          <p:nvPr>
            <p:ph type="title" idx="15"/>
          </p:nvPr>
        </p:nvSpPr>
        <p:spPr>
          <a:xfrm>
            <a:off x="4099525" y="3649725"/>
            <a:ext cx="1326000" cy="10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5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81" name="Google Shape;381;g251b705fa41_0_171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2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mbay"/>
              <a:buNone/>
              <a:defRPr sz="33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endParaRPr/>
          </a:p>
        </p:txBody>
      </p:sp>
      <p:sp>
        <p:nvSpPr>
          <p:cNvPr id="7" name="Google Shape;7;p72"/>
          <p:cNvSpPr txBox="1">
            <a:spLocks noGrp="1"/>
          </p:cNvSpPr>
          <p:nvPr>
            <p:ph type="body" idx="1"/>
          </p:nvPr>
        </p:nvSpPr>
        <p:spPr>
          <a:xfrm>
            <a:off x="714675" y="1159054"/>
            <a:ext cx="7714800" cy="3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4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77" r:id="rId21"/>
    <p:sldLayoutId id="2147483678" r:id="rId22"/>
    <p:sldLayoutId id="2147483679" r:id="rId23"/>
    <p:sldLayoutId id="2147483680" r:id="rId24"/>
    <p:sldLayoutId id="2147483681" r:id="rId25"/>
    <p:sldLayoutId id="2147483682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4068" r="4069"/>
          <a:stretch/>
        </p:blipFill>
        <p:spPr>
          <a:xfrm>
            <a:off x="3991251" y="468600"/>
            <a:ext cx="6443400" cy="46749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sp>
        <p:nvSpPr>
          <p:cNvPr id="387" name="Google Shape;387;p1"/>
          <p:cNvSpPr txBox="1">
            <a:spLocks noGrp="1"/>
          </p:cNvSpPr>
          <p:nvPr>
            <p:ph type="ctrTitle"/>
          </p:nvPr>
        </p:nvSpPr>
        <p:spPr>
          <a:xfrm>
            <a:off x="714675" y="2005367"/>
            <a:ext cx="3898500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5200"/>
              <a:buNone/>
            </a:pPr>
            <a:r>
              <a:rPr lang="en" dirty="0"/>
              <a:t>Infotex</a:t>
            </a:r>
            <a:endParaRPr dirty="0"/>
          </a:p>
        </p:txBody>
      </p:sp>
      <p:sp>
        <p:nvSpPr>
          <p:cNvPr id="388" name="Google Shape;388;p1"/>
          <p:cNvSpPr txBox="1">
            <a:spLocks noGrp="1"/>
          </p:cNvSpPr>
          <p:nvPr>
            <p:ph type="subTitle" idx="1"/>
          </p:nvPr>
        </p:nvSpPr>
        <p:spPr>
          <a:xfrm>
            <a:off x="714675" y="3621515"/>
            <a:ext cx="3898500" cy="4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" dirty="0"/>
              <a:t>Capstone </a:t>
            </a:r>
            <a:r>
              <a:rPr lang="es-CL" dirty="0"/>
              <a:t>10 de oct. de 2025</a:t>
            </a:r>
            <a:endParaRPr dirty="0"/>
          </a:p>
        </p:txBody>
      </p:sp>
      <p:sp>
        <p:nvSpPr>
          <p:cNvPr id="2" name="Google Shape;387;p1">
            <a:extLst>
              <a:ext uri="{FF2B5EF4-FFF2-40B4-BE49-F238E27FC236}">
                <a16:creationId xmlns:a16="http://schemas.microsoft.com/office/drawing/2014/main" id="{2F25380E-188F-F0D1-6D36-EC9AE7F8CAE4}"/>
              </a:ext>
            </a:extLst>
          </p:cNvPr>
          <p:cNvSpPr txBox="1">
            <a:spLocks/>
          </p:cNvSpPr>
          <p:nvPr/>
        </p:nvSpPr>
        <p:spPr>
          <a:xfrm>
            <a:off x="714675" y="2541659"/>
            <a:ext cx="3898500" cy="8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mbay"/>
              <a:buNone/>
              <a:defRPr sz="48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mbay"/>
              <a:buNone/>
              <a:defRPr sz="52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mbay"/>
              <a:buNone/>
              <a:defRPr sz="52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mbay"/>
              <a:buNone/>
              <a:defRPr sz="52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mbay"/>
              <a:buNone/>
              <a:defRPr sz="52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mbay"/>
              <a:buNone/>
              <a:defRPr sz="52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mbay"/>
              <a:buNone/>
              <a:defRPr sz="52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mbay"/>
              <a:buNone/>
              <a:defRPr sz="52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mbay"/>
              <a:buNone/>
              <a:defRPr sz="5200" b="1" i="0" u="none" strike="noStrike" cap="none">
                <a:solidFill>
                  <a:schemeClr val="dk1"/>
                </a:solidFill>
                <a:latin typeface="Cambay"/>
                <a:ea typeface="Cambay"/>
                <a:cs typeface="Cambay"/>
                <a:sym typeface="Cambay"/>
              </a:defRPr>
            </a:lvl9pPr>
          </a:lstStyle>
          <a:p>
            <a:pPr>
              <a:spcAft>
                <a:spcPts val="200"/>
              </a:spcAft>
            </a:pPr>
            <a:r>
              <a:rPr lang="es-CL" sz="2000" dirty="0"/>
              <a:t>Avances vistas/diagramas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"/>
          <p:cNvSpPr txBox="1">
            <a:spLocks noGrp="1"/>
          </p:cNvSpPr>
          <p:nvPr>
            <p:ph type="title"/>
          </p:nvPr>
        </p:nvSpPr>
        <p:spPr>
          <a:xfrm>
            <a:off x="714600" y="747003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800" dirty="0"/>
              <a:t>Vistas despliegue/Diagramas componentes</a:t>
            </a:r>
            <a:endParaRPr sz="2800" dirty="0"/>
          </a:p>
        </p:txBody>
      </p:sp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F74C115C-F6BE-3AD9-2D3C-A1030DB46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6897"/>
            <a:ext cx="9144000" cy="16497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>
          <a:extLst>
            <a:ext uri="{FF2B5EF4-FFF2-40B4-BE49-F238E27FC236}">
              <a16:creationId xmlns:a16="http://schemas.microsoft.com/office/drawing/2014/main" id="{9B38D76B-8510-ACF3-DD88-38783D302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">
            <a:extLst>
              <a:ext uri="{FF2B5EF4-FFF2-40B4-BE49-F238E27FC236}">
                <a16:creationId xmlns:a16="http://schemas.microsoft.com/office/drawing/2014/main" id="{D4F2AC08-C962-143A-8FEB-30CB4B52D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600" y="747003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800" dirty="0"/>
              <a:t>Vistas despliegue/Diagramas componentes</a:t>
            </a:r>
            <a:endParaRPr sz="2800" dirty="0"/>
          </a:p>
        </p:txBody>
      </p:sp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5321490D-ECA4-1E62-6A40-CF48EA1E1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6897"/>
            <a:ext cx="9144000" cy="164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045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>
          <a:extLst>
            <a:ext uri="{FF2B5EF4-FFF2-40B4-BE49-F238E27FC236}">
              <a16:creationId xmlns:a16="http://schemas.microsoft.com/office/drawing/2014/main" id="{9DD1FAB2-D982-4982-10E2-FB7E737AE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">
            <a:extLst>
              <a:ext uri="{FF2B5EF4-FFF2-40B4-BE49-F238E27FC236}">
                <a16:creationId xmlns:a16="http://schemas.microsoft.com/office/drawing/2014/main" id="{4371BAAC-0FF6-56BF-1C08-9B05D80753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7156" y="557886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800" dirty="0"/>
              <a:t>Vistas fisica/Diagramas despliegue</a:t>
            </a:r>
            <a:endParaRPr sz="2800" dirty="0"/>
          </a:p>
        </p:txBody>
      </p:sp>
      <p:pic>
        <p:nvPicPr>
          <p:cNvPr id="3" name="Imagen 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7FAF7338-FBC4-6462-6FB8-1B5924297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156" y="1135986"/>
            <a:ext cx="5749067" cy="400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666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>
          <a:extLst>
            <a:ext uri="{FF2B5EF4-FFF2-40B4-BE49-F238E27FC236}">
              <a16:creationId xmlns:a16="http://schemas.microsoft.com/office/drawing/2014/main" id="{284EBBEB-8DF4-2961-FBA6-43DA4BEC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8">
            <a:extLst>
              <a:ext uri="{FF2B5EF4-FFF2-40B4-BE49-F238E27FC236}">
                <a16:creationId xmlns:a16="http://schemas.microsoft.com/office/drawing/2014/main" id="{C6EC8361-6583-80F2-8CD9-8F55B78614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77156" y="557886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2800" dirty="0"/>
              <a:t>Vistas logica/Diagramas clases</a:t>
            </a:r>
            <a:endParaRPr sz="2800" dirty="0"/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594DBD3E-529E-5602-7BF0-A727214DB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35161"/>
            <a:ext cx="9144000" cy="1673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073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251eaa97698_0_0"/>
          <p:cNvSpPr txBox="1">
            <a:spLocks noGrp="1"/>
          </p:cNvSpPr>
          <p:nvPr>
            <p:ph type="title"/>
          </p:nvPr>
        </p:nvSpPr>
        <p:spPr>
          <a:xfrm>
            <a:off x="714675" y="5212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dirty="0"/>
              <a:t>Siguientes</a:t>
            </a:r>
            <a:endParaRPr sz="3300" dirty="0"/>
          </a:p>
        </p:txBody>
      </p:sp>
      <p:sp>
        <p:nvSpPr>
          <p:cNvPr id="653" name="Google Shape;653;g251eaa97698_0_0"/>
          <p:cNvSpPr/>
          <p:nvPr/>
        </p:nvSpPr>
        <p:spPr>
          <a:xfrm>
            <a:off x="1535012" y="1884900"/>
            <a:ext cx="2647200" cy="137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700" b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Vista de escenarios</a:t>
            </a:r>
            <a:endParaRPr sz="17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4" name="Google Shape;654;g251eaa97698_0_0"/>
          <p:cNvSpPr/>
          <p:nvPr/>
        </p:nvSpPr>
        <p:spPr>
          <a:xfrm>
            <a:off x="4572000" y="1884900"/>
            <a:ext cx="2647200" cy="1373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 b="1" i="0" u="none" strike="noStrike" cap="none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Vista de procesos</a:t>
            </a:r>
            <a:endParaRPr sz="1800" b="1" i="0" u="none" strike="noStrike" cap="none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g251eaa9c813_0_33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9851" r="9859"/>
          <a:stretch/>
        </p:blipFill>
        <p:spPr>
          <a:xfrm>
            <a:off x="4139610" y="25"/>
            <a:ext cx="6199800" cy="51465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</p:pic>
      <p:grpSp>
        <p:nvGrpSpPr>
          <p:cNvPr id="662" name="Google Shape;662;g251eaa9c813_0_335"/>
          <p:cNvGrpSpPr/>
          <p:nvPr/>
        </p:nvGrpSpPr>
        <p:grpSpPr>
          <a:xfrm>
            <a:off x="-594014" y="25"/>
            <a:ext cx="9941506" cy="5323194"/>
            <a:chOff x="-594014" y="25"/>
            <a:chExt cx="9941506" cy="5323194"/>
          </a:xfrm>
        </p:grpSpPr>
        <p:sp>
          <p:nvSpPr>
            <p:cNvPr id="663" name="Google Shape;663;g251eaa9c813_0_335"/>
            <p:cNvSpPr/>
            <p:nvPr/>
          </p:nvSpPr>
          <p:spPr>
            <a:xfrm rot="-5400000">
              <a:off x="6213600" y="2216125"/>
              <a:ext cx="5146500" cy="714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g251eaa9c813_0_335"/>
            <p:cNvSpPr/>
            <p:nvPr/>
          </p:nvSpPr>
          <p:spPr>
            <a:xfrm rot="10800000">
              <a:off x="-16775" y="536277"/>
              <a:ext cx="9364267" cy="426198"/>
            </a:xfrm>
            <a:custGeom>
              <a:avLst/>
              <a:gdLst/>
              <a:ahLst/>
              <a:cxnLst/>
              <a:rect l="l" t="t" r="r" b="b"/>
              <a:pathLst>
                <a:path w="52272" h="2379" fill="none" extrusionOk="0">
                  <a:moveTo>
                    <a:pt x="0" y="1"/>
                  </a:moveTo>
                  <a:lnTo>
                    <a:pt x="23309" y="1"/>
                  </a:lnTo>
                  <a:lnTo>
                    <a:pt x="25683" y="2378"/>
                  </a:lnTo>
                  <a:lnTo>
                    <a:pt x="52272" y="2378"/>
                  </a:ln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409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5" name="Google Shape;665;g251eaa9c813_0_335"/>
            <p:cNvGrpSpPr/>
            <p:nvPr/>
          </p:nvGrpSpPr>
          <p:grpSpPr>
            <a:xfrm>
              <a:off x="-594014" y="4598900"/>
              <a:ext cx="9024089" cy="724319"/>
              <a:chOff x="-594014" y="4598900"/>
              <a:chExt cx="9024089" cy="724319"/>
            </a:xfrm>
          </p:grpSpPr>
          <p:sp>
            <p:nvSpPr>
              <p:cNvPr id="666" name="Google Shape;666;g251eaa9c813_0_335"/>
              <p:cNvSpPr/>
              <p:nvPr/>
            </p:nvSpPr>
            <p:spPr>
              <a:xfrm>
                <a:off x="-9500" y="4598900"/>
                <a:ext cx="8438595" cy="544632"/>
              </a:xfrm>
              <a:custGeom>
                <a:avLst/>
                <a:gdLst/>
                <a:ahLst/>
                <a:cxnLst/>
                <a:rect l="l" t="t" r="r" b="b"/>
                <a:pathLst>
                  <a:path w="337274" h="26384" extrusionOk="0">
                    <a:moveTo>
                      <a:pt x="95" y="0"/>
                    </a:moveTo>
                    <a:lnTo>
                      <a:pt x="0" y="26384"/>
                    </a:lnTo>
                    <a:lnTo>
                      <a:pt x="337274" y="26348"/>
                    </a:lnTo>
                    <a:lnTo>
                      <a:pt x="337274" y="56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667" name="Google Shape;667;g251eaa9c813_0_335"/>
              <p:cNvSpPr/>
              <p:nvPr/>
            </p:nvSpPr>
            <p:spPr>
              <a:xfrm>
                <a:off x="5065975" y="4606475"/>
                <a:ext cx="1099425" cy="547350"/>
              </a:xfrm>
              <a:custGeom>
                <a:avLst/>
                <a:gdLst/>
                <a:ahLst/>
                <a:cxnLst/>
                <a:rect l="l" t="t" r="r" b="b"/>
                <a:pathLst>
                  <a:path w="43977" h="21894" extrusionOk="0">
                    <a:moveTo>
                      <a:pt x="5575" y="0"/>
                    </a:moveTo>
                    <a:lnTo>
                      <a:pt x="0" y="21846"/>
                    </a:lnTo>
                    <a:lnTo>
                      <a:pt x="38362" y="21894"/>
                    </a:lnTo>
                    <a:lnTo>
                      <a:pt x="43977" y="87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668" name="Google Shape;668;g251eaa9c813_0_335"/>
              <p:cNvSpPr/>
              <p:nvPr/>
            </p:nvSpPr>
            <p:spPr>
              <a:xfrm>
                <a:off x="6318950" y="4609250"/>
                <a:ext cx="2111125" cy="541900"/>
              </a:xfrm>
              <a:custGeom>
                <a:avLst/>
                <a:gdLst/>
                <a:ahLst/>
                <a:cxnLst/>
                <a:rect l="l" t="t" r="r" b="b"/>
                <a:pathLst>
                  <a:path w="84445" h="21676" extrusionOk="0">
                    <a:moveTo>
                      <a:pt x="5603" y="0"/>
                    </a:moveTo>
                    <a:lnTo>
                      <a:pt x="0" y="21676"/>
                    </a:lnTo>
                    <a:lnTo>
                      <a:pt x="84445" y="21502"/>
                    </a:lnTo>
                    <a:lnTo>
                      <a:pt x="84445" y="47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accent2"/>
                  </a:gs>
                </a:gsLst>
                <a:lin ang="2700006" scaled="0"/>
              </a:gradFill>
              <a:ln>
                <a:noFill/>
              </a:ln>
            </p:spPr>
            <p:txBody>
              <a:bodyPr/>
              <a:lstStyle/>
              <a:p>
                <a:endParaRPr lang="es-419"/>
              </a:p>
            </p:txBody>
          </p:sp>
          <p:sp>
            <p:nvSpPr>
              <p:cNvPr id="669" name="Google Shape;669;g251eaa9c813_0_335"/>
              <p:cNvSpPr/>
              <p:nvPr/>
            </p:nvSpPr>
            <p:spPr>
              <a:xfrm flipH="1">
                <a:off x="-594014" y="4873823"/>
                <a:ext cx="5349365" cy="449396"/>
              </a:xfrm>
              <a:custGeom>
                <a:avLst/>
                <a:gdLst/>
                <a:ahLst/>
                <a:cxnLst/>
                <a:rect l="l" t="t" r="r" b="b"/>
                <a:pathLst>
                  <a:path w="56278" h="4728" fill="none" extrusionOk="0">
                    <a:moveTo>
                      <a:pt x="0" y="4727"/>
                    </a:moveTo>
                    <a:lnTo>
                      <a:pt x="25536" y="4727"/>
                    </a:lnTo>
                    <a:lnTo>
                      <a:pt x="30262" y="1"/>
                    </a:lnTo>
                    <a:lnTo>
                      <a:pt x="56277" y="1"/>
                    </a:lnTo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409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70" name="Google Shape;670;g251eaa9c813_0_335"/>
          <p:cNvSpPr txBox="1">
            <a:spLocks noGrp="1"/>
          </p:cNvSpPr>
          <p:nvPr>
            <p:ph type="title"/>
          </p:nvPr>
        </p:nvSpPr>
        <p:spPr>
          <a:xfrm>
            <a:off x="714650" y="734100"/>
            <a:ext cx="3857400" cy="8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 sz="5700"/>
              <a:t>Gracias</a:t>
            </a:r>
            <a:endParaRPr sz="5700"/>
          </a:p>
        </p:txBody>
      </p:sp>
      <p:sp>
        <p:nvSpPr>
          <p:cNvPr id="671" name="Google Shape;671;g251eaa9c813_0_335"/>
          <p:cNvSpPr txBox="1">
            <a:spLocks noGrp="1"/>
          </p:cNvSpPr>
          <p:nvPr>
            <p:ph type="subTitle" idx="1"/>
          </p:nvPr>
        </p:nvSpPr>
        <p:spPr>
          <a:xfrm>
            <a:off x="645375" y="2021800"/>
            <a:ext cx="3857400" cy="17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397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endParaRPr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Sebastián Neira</a:t>
            </a:r>
            <a:endParaRPr dirty="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Renato Varela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b="1" dirty="0"/>
              <a:t>Docente:</a:t>
            </a:r>
            <a:r>
              <a:rPr lang="en" dirty="0"/>
              <a:t> Fernando Herrera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otive Industry Consulting by Slidesgo">
  <a:themeElements>
    <a:clrScheme name="Simple Light">
      <a:dk1>
        <a:srgbClr val="FFFFFF"/>
      </a:dk1>
      <a:lt1>
        <a:srgbClr val="12151A"/>
      </a:lt1>
      <a:dk2>
        <a:srgbClr val="242933"/>
      </a:dk2>
      <a:lt2>
        <a:srgbClr val="CCD4DB"/>
      </a:lt2>
      <a:accent1>
        <a:srgbClr val="8B939C"/>
      </a:accent1>
      <a:accent2>
        <a:srgbClr val="ABB3B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48</Words>
  <Application>Microsoft Office PowerPoint</Application>
  <PresentationFormat>Presentación en pantalla (16:9)</PresentationFormat>
  <Paragraphs>16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Cambay</vt:lpstr>
      <vt:lpstr>Arial</vt:lpstr>
      <vt:lpstr>DM Sans</vt:lpstr>
      <vt:lpstr>Automotive Industry Consulting by Slidesgo</vt:lpstr>
      <vt:lpstr>Infotex</vt:lpstr>
      <vt:lpstr>Vistas despliegue/Diagramas componentes</vt:lpstr>
      <vt:lpstr>Vistas despliegue/Diagramas componentes</vt:lpstr>
      <vt:lpstr>Vistas fisica/Diagramas despliegue</vt:lpstr>
      <vt:lpstr>Vistas logica/Diagramas clases</vt:lpstr>
      <vt:lpstr>Siguientes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Sebastián Neira Angel</dc:creator>
  <cp:lastModifiedBy>blandenka angel</cp:lastModifiedBy>
  <cp:revision>3</cp:revision>
  <dcterms:modified xsi:type="dcterms:W3CDTF">2025-11-21T01:50:48Z</dcterms:modified>
</cp:coreProperties>
</file>