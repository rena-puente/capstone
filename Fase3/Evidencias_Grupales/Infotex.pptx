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70" r:id="rId10"/>
    <p:sldId id="266" r:id="rId11"/>
    <p:sldId id="269" r:id="rId12"/>
    <p:sldId id="271" r:id="rId13"/>
    <p:sldId id="272" r:id="rId14"/>
    <p:sldId id="273" r:id="rId15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7"/>
    </p:embeddedFont>
    <p:embeddedFont>
      <p:font typeface="Cambay" panose="020B0604020202020204" charset="0"/>
      <p:regular r:id="rId18"/>
      <p:bold r:id="rId19"/>
      <p:italic r:id="rId20"/>
      <p:boldItalic r:id="rId21"/>
    </p:embeddedFont>
    <p:embeddedFont>
      <p:font typeface="DM Sans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gmEE9+ErnSKomNeXf17o8jsJ4f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747035-55D5-4EA7-BAE2-62FC1A103C19}">
  <a:tblStyle styleId="{58747035-55D5-4EA7-BAE2-62FC1A103C1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8" name="Google Shape;4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51b705fa4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g251b705fa4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51eaa9c813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g251eaa9c813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51b705fa41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Google Shape;520;g251b705fa41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251eaa9769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5" name="Google Shape;635;g251eaa9769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0" name="Google Shape;5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251eaa9769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6" name="Google Shape;626;g251eaa9769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51eaa9c8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9" name="Google Shape;639;g251eaa9c81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51eaa976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0" name="Google Shape;650;g251eaa976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51eaa9c813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9" name="Google Shape;659;g251eaa9c813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73"/>
          <p:cNvGrpSpPr/>
          <p:nvPr/>
        </p:nvGrpSpPr>
        <p:grpSpPr>
          <a:xfrm>
            <a:off x="-1142721" y="-15975"/>
            <a:ext cx="10361312" cy="5179650"/>
            <a:chOff x="-1142721" y="-15975"/>
            <a:chExt cx="10361312" cy="5179650"/>
          </a:xfrm>
        </p:grpSpPr>
        <p:grpSp>
          <p:nvGrpSpPr>
            <p:cNvPr id="10" name="Google Shape;10;p73"/>
            <p:cNvGrpSpPr/>
            <p:nvPr/>
          </p:nvGrpSpPr>
          <p:grpSpPr>
            <a:xfrm>
              <a:off x="-1142721" y="4397399"/>
              <a:ext cx="10361312" cy="766276"/>
              <a:chOff x="-1142721" y="4397399"/>
              <a:chExt cx="10361312" cy="766276"/>
            </a:xfrm>
          </p:grpSpPr>
          <p:sp>
            <p:nvSpPr>
              <p:cNvPr id="11" name="Google Shape;11;p73"/>
              <p:cNvSpPr/>
              <p:nvPr/>
            </p:nvSpPr>
            <p:spPr>
              <a:xfrm>
                <a:off x="4574850" y="4486500"/>
                <a:ext cx="4577375" cy="658575"/>
              </a:xfrm>
              <a:custGeom>
                <a:avLst/>
                <a:gdLst/>
                <a:ahLst/>
                <a:cxnLst/>
                <a:rect l="l" t="t" r="r" b="b"/>
                <a:pathLst>
                  <a:path w="183095" h="26343" extrusionOk="0">
                    <a:moveTo>
                      <a:pt x="6858" y="0"/>
                    </a:moveTo>
                    <a:lnTo>
                      <a:pt x="0" y="26343"/>
                    </a:lnTo>
                    <a:lnTo>
                      <a:pt x="183095" y="26103"/>
                    </a:lnTo>
                    <a:lnTo>
                      <a:pt x="183095" y="32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Google Shape;12;p73"/>
              <p:cNvSpPr/>
              <p:nvPr/>
            </p:nvSpPr>
            <p:spPr>
              <a:xfrm>
                <a:off x="5822175" y="4486975"/>
                <a:ext cx="1130850" cy="676700"/>
              </a:xfrm>
              <a:custGeom>
                <a:avLst/>
                <a:gdLst/>
                <a:ahLst/>
                <a:cxnLst/>
                <a:rect l="l" t="t" r="r" b="b"/>
                <a:pathLst>
                  <a:path w="45234" h="27068" extrusionOk="0">
                    <a:moveTo>
                      <a:pt x="6867" y="0"/>
                    </a:moveTo>
                    <a:lnTo>
                      <a:pt x="0" y="26756"/>
                    </a:lnTo>
                    <a:lnTo>
                      <a:pt x="38270" y="27068"/>
                    </a:lnTo>
                    <a:lnTo>
                      <a:pt x="45234" y="9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</p:sp>
          <p:sp>
            <p:nvSpPr>
              <p:cNvPr id="13" name="Google Shape;13;p73"/>
              <p:cNvSpPr/>
              <p:nvPr/>
            </p:nvSpPr>
            <p:spPr>
              <a:xfrm>
                <a:off x="7150900" y="4486975"/>
                <a:ext cx="2021700" cy="668900"/>
              </a:xfrm>
              <a:custGeom>
                <a:avLst/>
                <a:gdLst/>
                <a:ahLst/>
                <a:cxnLst/>
                <a:rect l="l" t="t" r="r" b="b"/>
                <a:pathLst>
                  <a:path w="80868" h="26756" extrusionOk="0">
                    <a:moveTo>
                      <a:pt x="6867" y="0"/>
                    </a:moveTo>
                    <a:lnTo>
                      <a:pt x="0" y="26756"/>
                    </a:lnTo>
                    <a:lnTo>
                      <a:pt x="80868" y="26602"/>
                    </a:lnTo>
                    <a:lnTo>
                      <a:pt x="80678" y="145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</p:sp>
          <p:sp>
            <p:nvSpPr>
              <p:cNvPr id="14" name="Google Shape;14;p73"/>
              <p:cNvSpPr/>
              <p:nvPr/>
            </p:nvSpPr>
            <p:spPr>
              <a:xfrm>
                <a:off x="-1142721" y="4397399"/>
                <a:ext cx="7364863" cy="335201"/>
              </a:xfrm>
              <a:custGeom>
                <a:avLst/>
                <a:gdLst/>
                <a:ahLst/>
                <a:cxnLst/>
                <a:rect l="l" t="t" r="r" b="b"/>
                <a:pathLst>
                  <a:path w="52272" h="2379" fill="none" extrusionOk="0">
                    <a:moveTo>
                      <a:pt x="0" y="1"/>
                    </a:moveTo>
                    <a:lnTo>
                      <a:pt x="23309" y="1"/>
                    </a:lnTo>
                    <a:lnTo>
                      <a:pt x="25683" y="2378"/>
                    </a:lnTo>
                    <a:lnTo>
                      <a:pt x="52272" y="237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73"/>
              <p:cNvSpPr/>
              <p:nvPr/>
            </p:nvSpPr>
            <p:spPr>
              <a:xfrm>
                <a:off x="4613175" y="4634650"/>
                <a:ext cx="4605416" cy="449401"/>
              </a:xfrm>
              <a:custGeom>
                <a:avLst/>
                <a:gdLst/>
                <a:ahLst/>
                <a:cxnLst/>
                <a:rect l="l" t="t" r="r" b="b"/>
                <a:pathLst>
                  <a:path w="51014" h="4978" fill="none" extrusionOk="0">
                    <a:moveTo>
                      <a:pt x="1" y="3301"/>
                    </a:moveTo>
                    <a:lnTo>
                      <a:pt x="7560" y="3301"/>
                    </a:lnTo>
                    <a:lnTo>
                      <a:pt x="10860" y="1"/>
                    </a:lnTo>
                    <a:lnTo>
                      <a:pt x="29697" y="1"/>
                    </a:lnTo>
                    <a:lnTo>
                      <a:pt x="34677" y="4978"/>
                    </a:lnTo>
                    <a:lnTo>
                      <a:pt x="51014" y="4978"/>
                    </a:ln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" name="Google Shape;16;p73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73"/>
          <p:cNvSpPr txBox="1">
            <a:spLocks noGrp="1"/>
          </p:cNvSpPr>
          <p:nvPr>
            <p:ph type="ctrTitle"/>
          </p:nvPr>
        </p:nvSpPr>
        <p:spPr>
          <a:xfrm>
            <a:off x="714675" y="1449208"/>
            <a:ext cx="3898500" cy="21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73"/>
          <p:cNvSpPr txBox="1">
            <a:spLocks noGrp="1"/>
          </p:cNvSpPr>
          <p:nvPr>
            <p:ph type="subTitle" idx="1"/>
          </p:nvPr>
        </p:nvSpPr>
        <p:spPr>
          <a:xfrm>
            <a:off x="714675" y="3621515"/>
            <a:ext cx="38985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" name="Google Shape;19;p73"/>
          <p:cNvSpPr>
            <a:spLocks noGrp="1"/>
          </p:cNvSpPr>
          <p:nvPr>
            <p:ph type="pic" idx="2"/>
          </p:nvPr>
        </p:nvSpPr>
        <p:spPr>
          <a:xfrm>
            <a:off x="4745200" y="1187487"/>
            <a:ext cx="5293500" cy="32991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3500032" scaled="0"/>
        </a:gra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75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22" name="Google Shape;22;p75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75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75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5" name="Google Shape;25;p75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6" name="Google Shape;26;p75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27" name="Google Shape;27;p75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5"/>
          <p:cNvSpPr txBox="1">
            <a:spLocks noGrp="1"/>
          </p:cNvSpPr>
          <p:nvPr>
            <p:ph type="title" idx="2"/>
          </p:nvPr>
        </p:nvSpPr>
        <p:spPr>
          <a:xfrm>
            <a:off x="1327836" y="1086551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9" name="Google Shape;29;p75"/>
          <p:cNvSpPr txBox="1">
            <a:spLocks noGrp="1"/>
          </p:cNvSpPr>
          <p:nvPr>
            <p:ph type="subTitle" idx="1"/>
          </p:nvPr>
        </p:nvSpPr>
        <p:spPr>
          <a:xfrm>
            <a:off x="1327826" y="1779237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5"/>
          <p:cNvSpPr txBox="1">
            <a:spLocks noGrp="1"/>
          </p:cNvSpPr>
          <p:nvPr>
            <p:ph type="subTitle" idx="3"/>
          </p:nvPr>
        </p:nvSpPr>
        <p:spPr>
          <a:xfrm>
            <a:off x="1327836" y="2157960"/>
            <a:ext cx="24990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5"/>
          <p:cNvSpPr txBox="1">
            <a:spLocks noGrp="1"/>
          </p:cNvSpPr>
          <p:nvPr>
            <p:ph type="title" idx="4"/>
          </p:nvPr>
        </p:nvSpPr>
        <p:spPr>
          <a:xfrm>
            <a:off x="4955136" y="1086551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2" name="Google Shape;32;p75"/>
          <p:cNvSpPr txBox="1">
            <a:spLocks noGrp="1"/>
          </p:cNvSpPr>
          <p:nvPr>
            <p:ph type="subTitle" idx="5"/>
          </p:nvPr>
        </p:nvSpPr>
        <p:spPr>
          <a:xfrm>
            <a:off x="4955125" y="1779237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5"/>
          <p:cNvSpPr txBox="1">
            <a:spLocks noGrp="1"/>
          </p:cNvSpPr>
          <p:nvPr>
            <p:ph type="subTitle" idx="6"/>
          </p:nvPr>
        </p:nvSpPr>
        <p:spPr>
          <a:xfrm>
            <a:off x="4955136" y="2157960"/>
            <a:ext cx="24990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5"/>
          <p:cNvSpPr txBox="1">
            <a:spLocks noGrp="1"/>
          </p:cNvSpPr>
          <p:nvPr>
            <p:ph type="title" idx="7"/>
          </p:nvPr>
        </p:nvSpPr>
        <p:spPr>
          <a:xfrm>
            <a:off x="1327836" y="2724162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75"/>
          <p:cNvSpPr txBox="1">
            <a:spLocks noGrp="1"/>
          </p:cNvSpPr>
          <p:nvPr>
            <p:ph type="subTitle" idx="8"/>
          </p:nvPr>
        </p:nvSpPr>
        <p:spPr>
          <a:xfrm>
            <a:off x="1327826" y="3416954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5"/>
          <p:cNvSpPr txBox="1">
            <a:spLocks noGrp="1"/>
          </p:cNvSpPr>
          <p:nvPr>
            <p:ph type="subTitle" idx="9"/>
          </p:nvPr>
        </p:nvSpPr>
        <p:spPr>
          <a:xfrm>
            <a:off x="1327836" y="3795822"/>
            <a:ext cx="24990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5"/>
          <p:cNvSpPr txBox="1">
            <a:spLocks noGrp="1"/>
          </p:cNvSpPr>
          <p:nvPr>
            <p:ph type="title" idx="13"/>
          </p:nvPr>
        </p:nvSpPr>
        <p:spPr>
          <a:xfrm>
            <a:off x="4955136" y="2724162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75"/>
          <p:cNvSpPr txBox="1">
            <a:spLocks noGrp="1"/>
          </p:cNvSpPr>
          <p:nvPr>
            <p:ph type="subTitle" idx="14"/>
          </p:nvPr>
        </p:nvSpPr>
        <p:spPr>
          <a:xfrm>
            <a:off x="4955125" y="3416955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5"/>
          <p:cNvSpPr txBox="1">
            <a:spLocks noGrp="1"/>
          </p:cNvSpPr>
          <p:nvPr>
            <p:ph type="subTitle" idx="15"/>
          </p:nvPr>
        </p:nvSpPr>
        <p:spPr>
          <a:xfrm>
            <a:off x="4955136" y="3795822"/>
            <a:ext cx="24990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7"/>
          <p:cNvSpPr txBox="1">
            <a:spLocks noGrp="1"/>
          </p:cNvSpPr>
          <p:nvPr>
            <p:ph type="title"/>
          </p:nvPr>
        </p:nvSpPr>
        <p:spPr>
          <a:xfrm>
            <a:off x="1019475" y="2016363"/>
            <a:ext cx="3405000" cy="14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2" name="Google Shape;42;p77"/>
          <p:cNvSpPr txBox="1">
            <a:spLocks noGrp="1"/>
          </p:cNvSpPr>
          <p:nvPr>
            <p:ph type="title" idx="2"/>
          </p:nvPr>
        </p:nvSpPr>
        <p:spPr>
          <a:xfrm>
            <a:off x="1019475" y="819600"/>
            <a:ext cx="1560600" cy="11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43" name="Google Shape;43;p77"/>
          <p:cNvSpPr txBox="1">
            <a:spLocks noGrp="1"/>
          </p:cNvSpPr>
          <p:nvPr>
            <p:ph type="subTitle" idx="1"/>
          </p:nvPr>
        </p:nvSpPr>
        <p:spPr>
          <a:xfrm>
            <a:off x="1019475" y="3466050"/>
            <a:ext cx="2701200" cy="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7"/>
          <p:cNvSpPr>
            <a:spLocks noGrp="1"/>
          </p:cNvSpPr>
          <p:nvPr>
            <p:ph type="pic" idx="3"/>
          </p:nvPr>
        </p:nvSpPr>
        <p:spPr>
          <a:xfrm>
            <a:off x="4019625" y="572825"/>
            <a:ext cx="6443400" cy="46749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  <p:sp>
        <p:nvSpPr>
          <p:cNvPr id="45" name="Google Shape;45;p77"/>
          <p:cNvSpPr/>
          <p:nvPr/>
        </p:nvSpPr>
        <p:spPr>
          <a:xfrm rot="10800000" flipH="1">
            <a:off x="-26301" y="208824"/>
            <a:ext cx="8450292" cy="384601"/>
          </a:xfrm>
          <a:custGeom>
            <a:avLst/>
            <a:gdLst/>
            <a:ahLst/>
            <a:cxnLst/>
            <a:rect l="l" t="t" r="r" b="b"/>
            <a:pathLst>
              <a:path w="52272" h="2379" fill="none" extrusionOk="0">
                <a:moveTo>
                  <a:pt x="0" y="1"/>
                </a:moveTo>
                <a:lnTo>
                  <a:pt x="23309" y="1"/>
                </a:lnTo>
                <a:lnTo>
                  <a:pt x="25683" y="2378"/>
                </a:lnTo>
                <a:lnTo>
                  <a:pt x="52272" y="2378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7"/>
          <p:cNvSpPr/>
          <p:nvPr/>
        </p:nvSpPr>
        <p:spPr>
          <a:xfrm>
            <a:off x="5180725" y="-64175"/>
            <a:ext cx="3967175" cy="673025"/>
          </a:xfrm>
          <a:custGeom>
            <a:avLst/>
            <a:gdLst/>
            <a:ahLst/>
            <a:cxnLst/>
            <a:rect l="l" t="t" r="r" b="b"/>
            <a:pathLst>
              <a:path w="158687" h="26921" extrusionOk="0">
                <a:moveTo>
                  <a:pt x="6929" y="0"/>
                </a:moveTo>
                <a:lnTo>
                  <a:pt x="0" y="26921"/>
                </a:lnTo>
                <a:lnTo>
                  <a:pt x="157886" y="26472"/>
                </a:lnTo>
                <a:lnTo>
                  <a:pt x="158687" y="19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47" name="Google Shape;47;p77"/>
          <p:cNvSpPr/>
          <p:nvPr/>
        </p:nvSpPr>
        <p:spPr>
          <a:xfrm>
            <a:off x="5793575" y="-64175"/>
            <a:ext cx="1131850" cy="667425"/>
          </a:xfrm>
          <a:custGeom>
            <a:avLst/>
            <a:gdLst/>
            <a:ahLst/>
            <a:cxnLst/>
            <a:rect l="l" t="t" r="r" b="b"/>
            <a:pathLst>
              <a:path w="45274" h="26697" extrusionOk="0">
                <a:moveTo>
                  <a:pt x="6895" y="0"/>
                </a:moveTo>
                <a:lnTo>
                  <a:pt x="0" y="26643"/>
                </a:lnTo>
                <a:lnTo>
                  <a:pt x="38345" y="26697"/>
                </a:lnTo>
                <a:lnTo>
                  <a:pt x="45274" y="188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</p:sp>
      <p:sp>
        <p:nvSpPr>
          <p:cNvPr id="48" name="Google Shape;48;p77"/>
          <p:cNvSpPr/>
          <p:nvPr/>
        </p:nvSpPr>
        <p:spPr>
          <a:xfrm>
            <a:off x="7122300" y="-61800"/>
            <a:ext cx="2030350" cy="666075"/>
          </a:xfrm>
          <a:custGeom>
            <a:avLst/>
            <a:gdLst/>
            <a:ahLst/>
            <a:cxnLst/>
            <a:rect l="l" t="t" r="r" b="b"/>
            <a:pathLst>
              <a:path w="81214" h="26643" extrusionOk="0">
                <a:moveTo>
                  <a:pt x="7032" y="93"/>
                </a:moveTo>
                <a:lnTo>
                  <a:pt x="0" y="26643"/>
                </a:lnTo>
                <a:lnTo>
                  <a:pt x="80868" y="26489"/>
                </a:lnTo>
                <a:lnTo>
                  <a:pt x="81214" y="0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3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80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51" name="Google Shape;51;p80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80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80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4" name="Google Shape;54;p80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55" name="Google Shape;55;p80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56" name="Google Shape;56;p80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0"/>
          <p:cNvSpPr txBox="1">
            <a:spLocks noGrp="1"/>
          </p:cNvSpPr>
          <p:nvPr>
            <p:ph type="subTitle" idx="1"/>
          </p:nvPr>
        </p:nvSpPr>
        <p:spPr>
          <a:xfrm>
            <a:off x="2057050" y="1743926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58" name="Google Shape;58;p80"/>
          <p:cNvSpPr txBox="1">
            <a:spLocks noGrp="1"/>
          </p:cNvSpPr>
          <p:nvPr>
            <p:ph type="subTitle" idx="2"/>
          </p:nvPr>
        </p:nvSpPr>
        <p:spPr>
          <a:xfrm>
            <a:off x="2057051" y="2067328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0"/>
          <p:cNvSpPr txBox="1">
            <a:spLocks noGrp="1"/>
          </p:cNvSpPr>
          <p:nvPr>
            <p:ph type="subTitle" idx="3"/>
          </p:nvPr>
        </p:nvSpPr>
        <p:spPr>
          <a:xfrm>
            <a:off x="5729325" y="1743926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60" name="Google Shape;60;p80"/>
          <p:cNvSpPr txBox="1">
            <a:spLocks noGrp="1"/>
          </p:cNvSpPr>
          <p:nvPr>
            <p:ph type="subTitle" idx="4"/>
          </p:nvPr>
        </p:nvSpPr>
        <p:spPr>
          <a:xfrm>
            <a:off x="5729326" y="2067328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0"/>
          <p:cNvSpPr txBox="1">
            <a:spLocks noGrp="1"/>
          </p:cNvSpPr>
          <p:nvPr>
            <p:ph type="subTitle" idx="5"/>
          </p:nvPr>
        </p:nvSpPr>
        <p:spPr>
          <a:xfrm>
            <a:off x="2057050" y="3126970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62" name="Google Shape;62;p80"/>
          <p:cNvSpPr txBox="1">
            <a:spLocks noGrp="1"/>
          </p:cNvSpPr>
          <p:nvPr>
            <p:ph type="subTitle" idx="6"/>
          </p:nvPr>
        </p:nvSpPr>
        <p:spPr>
          <a:xfrm>
            <a:off x="2057051" y="3450371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0"/>
          <p:cNvSpPr txBox="1">
            <a:spLocks noGrp="1"/>
          </p:cNvSpPr>
          <p:nvPr>
            <p:ph type="subTitle" idx="7"/>
          </p:nvPr>
        </p:nvSpPr>
        <p:spPr>
          <a:xfrm>
            <a:off x="5729325" y="3126970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64" name="Google Shape;64;p80"/>
          <p:cNvSpPr txBox="1">
            <a:spLocks noGrp="1"/>
          </p:cNvSpPr>
          <p:nvPr>
            <p:ph type="subTitle" idx="8"/>
          </p:nvPr>
        </p:nvSpPr>
        <p:spPr>
          <a:xfrm>
            <a:off x="5729326" y="3450371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86"/>
          <p:cNvGrpSpPr/>
          <p:nvPr/>
        </p:nvGrpSpPr>
        <p:grpSpPr>
          <a:xfrm>
            <a:off x="4773650" y="-71350"/>
            <a:ext cx="4370350" cy="5217875"/>
            <a:chOff x="4773650" y="-71350"/>
            <a:chExt cx="4370350" cy="5217875"/>
          </a:xfrm>
        </p:grpSpPr>
        <p:sp>
          <p:nvSpPr>
            <p:cNvPr id="67" name="Google Shape;67;p86"/>
            <p:cNvSpPr/>
            <p:nvPr/>
          </p:nvSpPr>
          <p:spPr>
            <a:xfrm>
              <a:off x="4773650" y="-71350"/>
              <a:ext cx="3670275" cy="680175"/>
            </a:xfrm>
            <a:custGeom>
              <a:avLst/>
              <a:gdLst/>
              <a:ahLst/>
              <a:cxnLst/>
              <a:rect l="l" t="t" r="r" b="b"/>
              <a:pathLst>
                <a:path w="146811" h="27207" extrusionOk="0">
                  <a:moveTo>
                    <a:pt x="6032" y="0"/>
                  </a:moveTo>
                  <a:lnTo>
                    <a:pt x="0" y="27207"/>
                  </a:lnTo>
                  <a:lnTo>
                    <a:pt x="146540" y="26751"/>
                  </a:lnTo>
                  <a:lnTo>
                    <a:pt x="146811" y="47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68" name="Google Shape;68;p86"/>
            <p:cNvSpPr/>
            <p:nvPr/>
          </p:nvSpPr>
          <p:spPr>
            <a:xfrm>
              <a:off x="5386507" y="-67000"/>
              <a:ext cx="1130850" cy="670250"/>
            </a:xfrm>
            <a:custGeom>
              <a:avLst/>
              <a:gdLst/>
              <a:ahLst/>
              <a:cxnLst/>
              <a:rect l="l" t="t" r="r" b="b"/>
              <a:pathLst>
                <a:path w="45234" h="26810" extrusionOk="0">
                  <a:moveTo>
                    <a:pt x="6867" y="0"/>
                  </a:moveTo>
                  <a:lnTo>
                    <a:pt x="0" y="26756"/>
                  </a:lnTo>
                  <a:lnTo>
                    <a:pt x="38345" y="26810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69" name="Google Shape;69;p86"/>
            <p:cNvSpPr/>
            <p:nvPr/>
          </p:nvSpPr>
          <p:spPr>
            <a:xfrm>
              <a:off x="6715225" y="-68950"/>
              <a:ext cx="1724125" cy="673225"/>
            </a:xfrm>
            <a:custGeom>
              <a:avLst/>
              <a:gdLst/>
              <a:ahLst/>
              <a:cxnLst/>
              <a:rect l="l" t="t" r="r" b="b"/>
              <a:pathLst>
                <a:path w="68965" h="26929" extrusionOk="0">
                  <a:moveTo>
                    <a:pt x="6867" y="173"/>
                  </a:moveTo>
                  <a:lnTo>
                    <a:pt x="0" y="26929"/>
                  </a:lnTo>
                  <a:lnTo>
                    <a:pt x="68965" y="26827"/>
                  </a:lnTo>
                  <a:lnTo>
                    <a:pt x="6895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70" name="Google Shape;70;p86"/>
            <p:cNvSpPr/>
            <p:nvPr/>
          </p:nvSpPr>
          <p:spPr>
            <a:xfrm rot="-5400000">
              <a:off x="6190050" y="2192575"/>
              <a:ext cx="51936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86"/>
          <p:cNvSpPr txBox="1">
            <a:spLocks noGrp="1"/>
          </p:cNvSpPr>
          <p:nvPr>
            <p:ph type="title"/>
          </p:nvPr>
        </p:nvSpPr>
        <p:spPr>
          <a:xfrm>
            <a:off x="5032007" y="2087433"/>
            <a:ext cx="3405000" cy="14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" name="Google Shape;72;p86"/>
          <p:cNvSpPr txBox="1">
            <a:spLocks noGrp="1"/>
          </p:cNvSpPr>
          <p:nvPr>
            <p:ph type="title" idx="2"/>
          </p:nvPr>
        </p:nvSpPr>
        <p:spPr>
          <a:xfrm>
            <a:off x="5032000" y="902513"/>
            <a:ext cx="1738200" cy="11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73" name="Google Shape;73;p86"/>
          <p:cNvSpPr txBox="1">
            <a:spLocks noGrp="1"/>
          </p:cNvSpPr>
          <p:nvPr>
            <p:ph type="subTitle" idx="1"/>
          </p:nvPr>
        </p:nvSpPr>
        <p:spPr>
          <a:xfrm>
            <a:off x="5032007" y="3641895"/>
            <a:ext cx="2701200" cy="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6"/>
          <p:cNvSpPr>
            <a:spLocks noGrp="1"/>
          </p:cNvSpPr>
          <p:nvPr>
            <p:ph type="pic" idx="3"/>
          </p:nvPr>
        </p:nvSpPr>
        <p:spPr>
          <a:xfrm>
            <a:off x="-1492843" y="-102600"/>
            <a:ext cx="6443400" cy="53487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74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77" name="Google Shape;77;p74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74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74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80" name="Google Shape;80;p74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81" name="Google Shape;81;p74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82" name="Google Shape;82;p74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74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8"/>
          <p:cNvSpPr txBox="1">
            <a:spLocks noGrp="1"/>
          </p:cNvSpPr>
          <p:nvPr>
            <p:ph type="title"/>
          </p:nvPr>
        </p:nvSpPr>
        <p:spPr>
          <a:xfrm>
            <a:off x="4986075" y="848449"/>
            <a:ext cx="3328800" cy="19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6" name="Google Shape;86;p78"/>
          <p:cNvSpPr txBox="1">
            <a:spLocks noGrp="1"/>
          </p:cNvSpPr>
          <p:nvPr>
            <p:ph type="subTitle" idx="1"/>
          </p:nvPr>
        </p:nvSpPr>
        <p:spPr>
          <a:xfrm>
            <a:off x="4986225" y="2727738"/>
            <a:ext cx="3328800" cy="16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7" name="Google Shape;87;p78"/>
          <p:cNvSpPr>
            <a:spLocks noGrp="1"/>
          </p:cNvSpPr>
          <p:nvPr>
            <p:ph type="pic" idx="2"/>
          </p:nvPr>
        </p:nvSpPr>
        <p:spPr>
          <a:xfrm>
            <a:off x="-1342950" y="536275"/>
            <a:ext cx="6443400" cy="53487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  <p:grpSp>
        <p:nvGrpSpPr>
          <p:cNvPr id="88" name="Google Shape;88;p78"/>
          <p:cNvGrpSpPr/>
          <p:nvPr/>
        </p:nvGrpSpPr>
        <p:grpSpPr>
          <a:xfrm>
            <a:off x="-13100" y="-21919"/>
            <a:ext cx="10997593" cy="5345797"/>
            <a:chOff x="-11925" y="-15975"/>
            <a:chExt cx="10997593" cy="5345797"/>
          </a:xfrm>
        </p:grpSpPr>
        <p:sp>
          <p:nvSpPr>
            <p:cNvPr id="89" name="Google Shape;89;p78"/>
            <p:cNvSpPr/>
            <p:nvPr/>
          </p:nvSpPr>
          <p:spPr>
            <a:xfrm>
              <a:off x="-11925" y="4608134"/>
              <a:ext cx="9144300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90" name="Google Shape;90;p78"/>
            <p:cNvSpPr/>
            <p:nvPr/>
          </p:nvSpPr>
          <p:spPr>
            <a:xfrm>
              <a:off x="5800000" y="4616844"/>
              <a:ext cx="1133000" cy="677050"/>
            </a:xfrm>
            <a:custGeom>
              <a:avLst/>
              <a:gdLst/>
              <a:ahLst/>
              <a:cxnLst/>
              <a:rect l="l" t="t" r="r" b="b"/>
              <a:pathLst>
                <a:path w="45320" h="27082" extrusionOk="0">
                  <a:moveTo>
                    <a:pt x="6867" y="14"/>
                  </a:moveTo>
                  <a:lnTo>
                    <a:pt x="0" y="26770"/>
                  </a:lnTo>
                  <a:lnTo>
                    <a:pt x="38270" y="27082"/>
                  </a:lnTo>
                  <a:lnTo>
                    <a:pt x="4532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91" name="Google Shape;91;p78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92" name="Google Shape;92;p78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78"/>
            <p:cNvSpPr/>
            <p:nvPr/>
          </p:nvSpPr>
          <p:spPr>
            <a:xfrm>
              <a:off x="5056941" y="345326"/>
              <a:ext cx="5928727" cy="381896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78"/>
            <p:cNvSpPr/>
            <p:nvPr/>
          </p:nvSpPr>
          <p:spPr>
            <a:xfrm>
              <a:off x="3947938" y="4777525"/>
              <a:ext cx="5659876" cy="552297"/>
            </a:xfrm>
            <a:custGeom>
              <a:avLst/>
              <a:gdLst/>
              <a:ahLst/>
              <a:cxnLst/>
              <a:rect l="l" t="t" r="r" b="b"/>
              <a:pathLst>
                <a:path w="51014" h="4978" fill="none" extrusionOk="0">
                  <a:moveTo>
                    <a:pt x="1" y="3301"/>
                  </a:moveTo>
                  <a:lnTo>
                    <a:pt x="7560" y="3301"/>
                  </a:lnTo>
                  <a:lnTo>
                    <a:pt x="10860" y="1"/>
                  </a:lnTo>
                  <a:lnTo>
                    <a:pt x="29697" y="1"/>
                  </a:lnTo>
                  <a:lnTo>
                    <a:pt x="34677" y="4978"/>
                  </a:lnTo>
                  <a:lnTo>
                    <a:pt x="51014" y="497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3500032" scaled="0"/>
        </a:gra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79"/>
          <p:cNvGrpSpPr/>
          <p:nvPr/>
        </p:nvGrpSpPr>
        <p:grpSpPr>
          <a:xfrm>
            <a:off x="-561900" y="-1500"/>
            <a:ext cx="9789322" cy="5146500"/>
            <a:chOff x="-561900" y="-1500"/>
            <a:chExt cx="9789322" cy="5146500"/>
          </a:xfrm>
        </p:grpSpPr>
        <p:sp>
          <p:nvSpPr>
            <p:cNvPr id="97" name="Google Shape;97;p79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79"/>
            <p:cNvSpPr/>
            <p:nvPr/>
          </p:nvSpPr>
          <p:spPr>
            <a:xfrm flipH="1">
              <a:off x="-159976" y="4451050"/>
              <a:ext cx="9387398" cy="42725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79"/>
            <p:cNvSpPr/>
            <p:nvPr/>
          </p:nvSpPr>
          <p:spPr>
            <a:xfrm rot="10800000" flipH="1">
              <a:off x="-561900" y="230053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100" name="Google Shape;100;p79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91"/>
          <p:cNvGrpSpPr/>
          <p:nvPr/>
        </p:nvGrpSpPr>
        <p:grpSpPr>
          <a:xfrm>
            <a:off x="-438691" y="-15975"/>
            <a:ext cx="10046570" cy="5698658"/>
            <a:chOff x="-438691" y="-15975"/>
            <a:chExt cx="10046570" cy="5698658"/>
          </a:xfrm>
        </p:grpSpPr>
        <p:sp>
          <p:nvSpPr>
            <p:cNvPr id="111" name="Google Shape;111;p91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91"/>
            <p:cNvSpPr/>
            <p:nvPr/>
          </p:nvSpPr>
          <p:spPr>
            <a:xfrm>
              <a:off x="-11725" y="4609325"/>
              <a:ext cx="9144300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13" name="Google Shape;113;p91"/>
            <p:cNvSpPr/>
            <p:nvPr/>
          </p:nvSpPr>
          <p:spPr>
            <a:xfrm>
              <a:off x="5800000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14" name="Google Shape;114;p91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15" name="Google Shape;115;p91"/>
            <p:cNvSpPr/>
            <p:nvPr/>
          </p:nvSpPr>
          <p:spPr>
            <a:xfrm rot="10800000">
              <a:off x="-438691" y="4702328"/>
              <a:ext cx="10046570" cy="980355"/>
            </a:xfrm>
            <a:custGeom>
              <a:avLst/>
              <a:gdLst/>
              <a:ahLst/>
              <a:cxnLst/>
              <a:rect l="l" t="t" r="r" b="b"/>
              <a:pathLst>
                <a:path w="51014" h="4978" fill="none" extrusionOk="0">
                  <a:moveTo>
                    <a:pt x="1" y="3301"/>
                  </a:moveTo>
                  <a:lnTo>
                    <a:pt x="7560" y="3301"/>
                  </a:lnTo>
                  <a:lnTo>
                    <a:pt x="10860" y="1"/>
                  </a:lnTo>
                  <a:lnTo>
                    <a:pt x="29697" y="1"/>
                  </a:lnTo>
                  <a:lnTo>
                    <a:pt x="34677" y="4978"/>
                  </a:lnTo>
                  <a:lnTo>
                    <a:pt x="51014" y="497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91"/>
          <p:cNvSpPr txBox="1">
            <a:spLocks noGrp="1"/>
          </p:cNvSpPr>
          <p:nvPr>
            <p:ph type="title"/>
          </p:nvPr>
        </p:nvSpPr>
        <p:spPr>
          <a:xfrm>
            <a:off x="834987" y="3134425"/>
            <a:ext cx="5847000" cy="9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7" name="Google Shape;117;p91"/>
          <p:cNvSpPr txBox="1">
            <a:spLocks noGrp="1"/>
          </p:cNvSpPr>
          <p:nvPr>
            <p:ph type="title" idx="2"/>
          </p:nvPr>
        </p:nvSpPr>
        <p:spPr>
          <a:xfrm>
            <a:off x="834963" y="1603750"/>
            <a:ext cx="1515300" cy="13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18" name="Google Shape;118;p91"/>
          <p:cNvSpPr txBox="1">
            <a:spLocks noGrp="1"/>
          </p:cNvSpPr>
          <p:nvPr>
            <p:ph type="subTitle" idx="1"/>
          </p:nvPr>
        </p:nvSpPr>
        <p:spPr>
          <a:xfrm>
            <a:off x="834987" y="3972275"/>
            <a:ext cx="58470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91"/>
          <p:cNvSpPr>
            <a:spLocks noGrp="1"/>
          </p:cNvSpPr>
          <p:nvPr>
            <p:ph type="pic" idx="3"/>
          </p:nvPr>
        </p:nvSpPr>
        <p:spPr>
          <a:xfrm>
            <a:off x="3228850" y="-19050"/>
            <a:ext cx="6443400" cy="31179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3_2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87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122" name="Google Shape;122;p87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87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87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25" name="Google Shape;125;p87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26" name="Google Shape;126;p87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27" name="Google Shape;127;p87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" name="Google Shape;128;p87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87"/>
          <p:cNvSpPr txBox="1">
            <a:spLocks noGrp="1"/>
          </p:cNvSpPr>
          <p:nvPr>
            <p:ph type="subTitle" idx="1"/>
          </p:nvPr>
        </p:nvSpPr>
        <p:spPr>
          <a:xfrm>
            <a:off x="714675" y="1667944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30" name="Google Shape;130;p87"/>
          <p:cNvSpPr txBox="1">
            <a:spLocks noGrp="1"/>
          </p:cNvSpPr>
          <p:nvPr>
            <p:ph type="subTitle" idx="2"/>
          </p:nvPr>
        </p:nvSpPr>
        <p:spPr>
          <a:xfrm>
            <a:off x="714675" y="2006975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87"/>
          <p:cNvSpPr txBox="1">
            <a:spLocks noGrp="1"/>
          </p:cNvSpPr>
          <p:nvPr>
            <p:ph type="subTitle" idx="3"/>
          </p:nvPr>
        </p:nvSpPr>
        <p:spPr>
          <a:xfrm>
            <a:off x="714675" y="3063019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32" name="Google Shape;132;p87"/>
          <p:cNvSpPr txBox="1">
            <a:spLocks noGrp="1"/>
          </p:cNvSpPr>
          <p:nvPr>
            <p:ph type="subTitle" idx="4"/>
          </p:nvPr>
        </p:nvSpPr>
        <p:spPr>
          <a:xfrm>
            <a:off x="714675" y="3402050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87"/>
          <p:cNvSpPr txBox="1">
            <a:spLocks noGrp="1"/>
          </p:cNvSpPr>
          <p:nvPr>
            <p:ph type="subTitle" idx="5"/>
          </p:nvPr>
        </p:nvSpPr>
        <p:spPr>
          <a:xfrm>
            <a:off x="3264655" y="1667944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34" name="Google Shape;134;p87"/>
          <p:cNvSpPr txBox="1">
            <a:spLocks noGrp="1"/>
          </p:cNvSpPr>
          <p:nvPr>
            <p:ph type="subTitle" idx="6"/>
          </p:nvPr>
        </p:nvSpPr>
        <p:spPr>
          <a:xfrm>
            <a:off x="3264652" y="2006975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87"/>
          <p:cNvSpPr txBox="1">
            <a:spLocks noGrp="1"/>
          </p:cNvSpPr>
          <p:nvPr>
            <p:ph type="subTitle" idx="7"/>
          </p:nvPr>
        </p:nvSpPr>
        <p:spPr>
          <a:xfrm>
            <a:off x="3264655" y="3063019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36" name="Google Shape;136;p87"/>
          <p:cNvSpPr txBox="1">
            <a:spLocks noGrp="1"/>
          </p:cNvSpPr>
          <p:nvPr>
            <p:ph type="subTitle" idx="8"/>
          </p:nvPr>
        </p:nvSpPr>
        <p:spPr>
          <a:xfrm>
            <a:off x="3264652" y="3402050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87"/>
          <p:cNvSpPr txBox="1">
            <a:spLocks noGrp="1"/>
          </p:cNvSpPr>
          <p:nvPr>
            <p:ph type="subTitle" idx="9"/>
          </p:nvPr>
        </p:nvSpPr>
        <p:spPr>
          <a:xfrm>
            <a:off x="5814635" y="1667944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38" name="Google Shape;138;p87"/>
          <p:cNvSpPr txBox="1">
            <a:spLocks noGrp="1"/>
          </p:cNvSpPr>
          <p:nvPr>
            <p:ph type="subTitle" idx="13"/>
          </p:nvPr>
        </p:nvSpPr>
        <p:spPr>
          <a:xfrm>
            <a:off x="5814628" y="2006975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87"/>
          <p:cNvSpPr txBox="1">
            <a:spLocks noGrp="1"/>
          </p:cNvSpPr>
          <p:nvPr>
            <p:ph type="subTitle" idx="14"/>
          </p:nvPr>
        </p:nvSpPr>
        <p:spPr>
          <a:xfrm>
            <a:off x="5814635" y="3063019"/>
            <a:ext cx="22911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40" name="Google Shape;140;p87"/>
          <p:cNvSpPr txBox="1">
            <a:spLocks noGrp="1"/>
          </p:cNvSpPr>
          <p:nvPr>
            <p:ph type="subTitle" idx="15"/>
          </p:nvPr>
        </p:nvSpPr>
        <p:spPr>
          <a:xfrm>
            <a:off x="5814628" y="3402050"/>
            <a:ext cx="22911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5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9"/>
          <p:cNvSpPr txBox="1">
            <a:spLocks noGrp="1"/>
          </p:cNvSpPr>
          <p:nvPr>
            <p:ph type="title"/>
          </p:nvPr>
        </p:nvSpPr>
        <p:spPr>
          <a:xfrm>
            <a:off x="790875" y="1042504"/>
            <a:ext cx="3523800" cy="16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89"/>
          <p:cNvSpPr txBox="1">
            <a:spLocks noGrp="1"/>
          </p:cNvSpPr>
          <p:nvPr>
            <p:ph type="subTitle" idx="1"/>
          </p:nvPr>
        </p:nvSpPr>
        <p:spPr>
          <a:xfrm>
            <a:off x="790944" y="2847857"/>
            <a:ext cx="3523800" cy="11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89"/>
          <p:cNvSpPr>
            <a:spLocks noGrp="1"/>
          </p:cNvSpPr>
          <p:nvPr>
            <p:ph type="pic" idx="2"/>
          </p:nvPr>
        </p:nvSpPr>
        <p:spPr>
          <a:xfrm>
            <a:off x="4139610" y="25"/>
            <a:ext cx="6199800" cy="51465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76"/>
          <p:cNvGrpSpPr/>
          <p:nvPr/>
        </p:nvGrpSpPr>
        <p:grpSpPr>
          <a:xfrm>
            <a:off x="0" y="-1500"/>
            <a:ext cx="9150425" cy="5295400"/>
            <a:chOff x="0" y="-1500"/>
            <a:chExt cx="9150425" cy="5295400"/>
          </a:xfrm>
        </p:grpSpPr>
        <p:sp>
          <p:nvSpPr>
            <p:cNvPr id="147" name="Google Shape;147;p76"/>
            <p:cNvSpPr/>
            <p:nvPr/>
          </p:nvSpPr>
          <p:spPr>
            <a:xfrm rot="-5400000" flipH="1">
              <a:off x="-1796850" y="1795350"/>
              <a:ext cx="5146500" cy="1552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6"/>
            <p:cNvSpPr/>
            <p:nvPr/>
          </p:nvSpPr>
          <p:spPr>
            <a:xfrm>
              <a:off x="1547850" y="4609325"/>
              <a:ext cx="7584225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49" name="Google Shape;149;p76"/>
            <p:cNvSpPr/>
            <p:nvPr/>
          </p:nvSpPr>
          <p:spPr>
            <a:xfrm>
              <a:off x="5800000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50" name="Google Shape;150;p76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151" name="Google Shape;151;p76"/>
          <p:cNvSpPr txBox="1">
            <a:spLocks noGrp="1"/>
          </p:cNvSpPr>
          <p:nvPr>
            <p:ph type="subTitle" idx="1"/>
          </p:nvPr>
        </p:nvSpPr>
        <p:spPr>
          <a:xfrm>
            <a:off x="1866525" y="1596903"/>
            <a:ext cx="65628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2" name="Google Shape;152;p76"/>
          <p:cNvSpPr txBox="1">
            <a:spLocks noGrp="1"/>
          </p:cNvSpPr>
          <p:nvPr>
            <p:ph type="title"/>
          </p:nvPr>
        </p:nvSpPr>
        <p:spPr>
          <a:xfrm>
            <a:off x="1866525" y="3025000"/>
            <a:ext cx="6562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27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81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155" name="Google Shape;155;p81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56" name="Google Shape;156;p81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57" name="Google Shape;157;p81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81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81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160" name="Google Shape;160;p81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82"/>
          <p:cNvGrpSpPr/>
          <p:nvPr/>
        </p:nvGrpSpPr>
        <p:grpSpPr>
          <a:xfrm>
            <a:off x="-62576" y="-60793"/>
            <a:ext cx="10084526" cy="5354693"/>
            <a:chOff x="-62576" y="-60793"/>
            <a:chExt cx="10084526" cy="5354693"/>
          </a:xfrm>
        </p:grpSpPr>
        <p:sp>
          <p:nvSpPr>
            <p:cNvPr id="163" name="Google Shape;163;p82"/>
            <p:cNvSpPr/>
            <p:nvPr/>
          </p:nvSpPr>
          <p:spPr>
            <a:xfrm rot="5400000">
              <a:off x="6210407" y="2210400"/>
              <a:ext cx="5146500" cy="722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82"/>
            <p:cNvSpPr/>
            <p:nvPr/>
          </p:nvSpPr>
          <p:spPr>
            <a:xfrm>
              <a:off x="-62576" y="4609325"/>
              <a:ext cx="8467029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65" name="Google Shape;165;p82"/>
            <p:cNvSpPr/>
            <p:nvPr/>
          </p:nvSpPr>
          <p:spPr>
            <a:xfrm>
              <a:off x="5072405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66" name="Google Shape;166;p82"/>
            <p:cNvSpPr/>
            <p:nvPr/>
          </p:nvSpPr>
          <p:spPr>
            <a:xfrm>
              <a:off x="6401130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67" name="Google Shape;167;p82"/>
            <p:cNvSpPr/>
            <p:nvPr/>
          </p:nvSpPr>
          <p:spPr>
            <a:xfrm rot="10800000" flipH="1">
              <a:off x="724265" y="-60793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p82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82"/>
          <p:cNvSpPr txBox="1">
            <a:spLocks noGrp="1"/>
          </p:cNvSpPr>
          <p:nvPr>
            <p:ph type="subTitle" idx="1"/>
          </p:nvPr>
        </p:nvSpPr>
        <p:spPr>
          <a:xfrm>
            <a:off x="950500" y="2419925"/>
            <a:ext cx="2243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70" name="Google Shape;170;p82"/>
          <p:cNvSpPr txBox="1">
            <a:spLocks noGrp="1"/>
          </p:cNvSpPr>
          <p:nvPr>
            <p:ph type="subTitle" idx="2"/>
          </p:nvPr>
        </p:nvSpPr>
        <p:spPr>
          <a:xfrm>
            <a:off x="950500" y="2739234"/>
            <a:ext cx="22434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82"/>
          <p:cNvSpPr txBox="1">
            <a:spLocks noGrp="1"/>
          </p:cNvSpPr>
          <p:nvPr>
            <p:ph type="subTitle" idx="3"/>
          </p:nvPr>
        </p:nvSpPr>
        <p:spPr>
          <a:xfrm>
            <a:off x="3390903" y="2419925"/>
            <a:ext cx="2243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72" name="Google Shape;172;p82"/>
          <p:cNvSpPr txBox="1">
            <a:spLocks noGrp="1"/>
          </p:cNvSpPr>
          <p:nvPr>
            <p:ph type="subTitle" idx="4"/>
          </p:nvPr>
        </p:nvSpPr>
        <p:spPr>
          <a:xfrm>
            <a:off x="3390900" y="2739234"/>
            <a:ext cx="22434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82"/>
          <p:cNvSpPr txBox="1">
            <a:spLocks noGrp="1"/>
          </p:cNvSpPr>
          <p:nvPr>
            <p:ph type="subTitle" idx="5"/>
          </p:nvPr>
        </p:nvSpPr>
        <p:spPr>
          <a:xfrm>
            <a:off x="5831305" y="2419925"/>
            <a:ext cx="2243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74" name="Google Shape;174;p82"/>
          <p:cNvSpPr txBox="1">
            <a:spLocks noGrp="1"/>
          </p:cNvSpPr>
          <p:nvPr>
            <p:ph type="subTitle" idx="6"/>
          </p:nvPr>
        </p:nvSpPr>
        <p:spPr>
          <a:xfrm>
            <a:off x="5831300" y="2739234"/>
            <a:ext cx="22434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3_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84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177" name="Google Shape;177;p84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84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84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80" name="Google Shape;180;p84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81" name="Google Shape;181;p84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82" name="Google Shape;182;p84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84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84"/>
          <p:cNvSpPr txBox="1">
            <a:spLocks noGrp="1"/>
          </p:cNvSpPr>
          <p:nvPr>
            <p:ph type="subTitle" idx="1"/>
          </p:nvPr>
        </p:nvSpPr>
        <p:spPr>
          <a:xfrm>
            <a:off x="1020337" y="1894645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85" name="Google Shape;185;p84"/>
          <p:cNvSpPr txBox="1">
            <a:spLocks noGrp="1"/>
          </p:cNvSpPr>
          <p:nvPr>
            <p:ph type="subTitle" idx="2"/>
          </p:nvPr>
        </p:nvSpPr>
        <p:spPr>
          <a:xfrm>
            <a:off x="1020338" y="2226479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84"/>
          <p:cNvSpPr txBox="1">
            <a:spLocks noGrp="1"/>
          </p:cNvSpPr>
          <p:nvPr>
            <p:ph type="subTitle" idx="3"/>
          </p:nvPr>
        </p:nvSpPr>
        <p:spPr>
          <a:xfrm>
            <a:off x="4984750" y="1894654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87" name="Google Shape;187;p84"/>
          <p:cNvSpPr txBox="1">
            <a:spLocks noGrp="1"/>
          </p:cNvSpPr>
          <p:nvPr>
            <p:ph type="subTitle" idx="4"/>
          </p:nvPr>
        </p:nvSpPr>
        <p:spPr>
          <a:xfrm>
            <a:off x="4984751" y="2226487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84"/>
          <p:cNvSpPr txBox="1">
            <a:spLocks noGrp="1"/>
          </p:cNvSpPr>
          <p:nvPr>
            <p:ph type="subTitle" idx="5"/>
          </p:nvPr>
        </p:nvSpPr>
        <p:spPr>
          <a:xfrm>
            <a:off x="1020337" y="3514811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89" name="Google Shape;189;p84"/>
          <p:cNvSpPr txBox="1">
            <a:spLocks noGrp="1"/>
          </p:cNvSpPr>
          <p:nvPr>
            <p:ph type="subTitle" idx="6"/>
          </p:nvPr>
        </p:nvSpPr>
        <p:spPr>
          <a:xfrm>
            <a:off x="1020350" y="3846645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84"/>
          <p:cNvSpPr txBox="1">
            <a:spLocks noGrp="1"/>
          </p:cNvSpPr>
          <p:nvPr>
            <p:ph type="subTitle" idx="7"/>
          </p:nvPr>
        </p:nvSpPr>
        <p:spPr>
          <a:xfrm>
            <a:off x="4984750" y="3514814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91" name="Google Shape;191;p84"/>
          <p:cNvSpPr txBox="1">
            <a:spLocks noGrp="1"/>
          </p:cNvSpPr>
          <p:nvPr>
            <p:ph type="subTitle" idx="8"/>
          </p:nvPr>
        </p:nvSpPr>
        <p:spPr>
          <a:xfrm>
            <a:off x="4984751" y="3846647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85"/>
          <p:cNvGrpSpPr/>
          <p:nvPr/>
        </p:nvGrpSpPr>
        <p:grpSpPr>
          <a:xfrm>
            <a:off x="-38737" y="742428"/>
            <a:ext cx="9297685" cy="4422997"/>
            <a:chOff x="-38737" y="742428"/>
            <a:chExt cx="9297685" cy="4422997"/>
          </a:xfrm>
        </p:grpSpPr>
        <p:sp>
          <p:nvSpPr>
            <p:cNvPr id="194" name="Google Shape;194;p85"/>
            <p:cNvSpPr/>
            <p:nvPr/>
          </p:nvSpPr>
          <p:spPr>
            <a:xfrm rot="10800000" flipH="1">
              <a:off x="100" y="461312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85"/>
            <p:cNvSpPr/>
            <p:nvPr/>
          </p:nvSpPr>
          <p:spPr>
            <a:xfrm>
              <a:off x="-1" y="3691996"/>
              <a:ext cx="9143941" cy="416176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85"/>
            <p:cNvSpPr/>
            <p:nvPr/>
          </p:nvSpPr>
          <p:spPr>
            <a:xfrm>
              <a:off x="-38737" y="742428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85"/>
            <p:cNvSpPr/>
            <p:nvPr/>
          </p:nvSpPr>
          <p:spPr>
            <a:xfrm>
              <a:off x="681182" y="9938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98" name="Google Shape;198;p85"/>
            <p:cNvSpPr/>
            <p:nvPr/>
          </p:nvSpPr>
          <p:spPr>
            <a:xfrm>
              <a:off x="7298482" y="37751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199" name="Google Shape;199;p85"/>
          <p:cNvSpPr txBox="1">
            <a:spLocks noGrp="1"/>
          </p:cNvSpPr>
          <p:nvPr>
            <p:ph type="title"/>
          </p:nvPr>
        </p:nvSpPr>
        <p:spPr>
          <a:xfrm>
            <a:off x="1194450" y="2092275"/>
            <a:ext cx="6755100" cy="9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8"/>
          <p:cNvSpPr>
            <a:spLocks noGrp="1"/>
          </p:cNvSpPr>
          <p:nvPr>
            <p:ph type="pic" idx="2"/>
          </p:nvPr>
        </p:nvSpPr>
        <p:spPr>
          <a:xfrm>
            <a:off x="-58200" y="-74100"/>
            <a:ext cx="9260400" cy="52917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88"/>
          <p:cNvSpPr txBox="1">
            <a:spLocks noGrp="1"/>
          </p:cNvSpPr>
          <p:nvPr>
            <p:ph type="title"/>
          </p:nvPr>
        </p:nvSpPr>
        <p:spPr>
          <a:xfrm>
            <a:off x="4076625" y="3192325"/>
            <a:ext cx="4036500" cy="1414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4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90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205" name="Google Shape;205;p90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90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90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08" name="Google Shape;208;p90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09" name="Google Shape;209;p90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10" name="Google Shape;210;p90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1" name="Google Shape;211;p90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5028600" cy="1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90"/>
          <p:cNvSpPr txBox="1">
            <a:spLocks noGrp="1"/>
          </p:cNvSpPr>
          <p:nvPr>
            <p:ph type="body" idx="1"/>
          </p:nvPr>
        </p:nvSpPr>
        <p:spPr>
          <a:xfrm>
            <a:off x="760150" y="2328675"/>
            <a:ext cx="3658500" cy="16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3" name="Google Shape;213;p90"/>
          <p:cNvSpPr txBox="1">
            <a:spLocks noGrp="1"/>
          </p:cNvSpPr>
          <p:nvPr>
            <p:ph type="body" idx="2"/>
          </p:nvPr>
        </p:nvSpPr>
        <p:spPr>
          <a:xfrm>
            <a:off x="4542716" y="2328675"/>
            <a:ext cx="3658500" cy="16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4" name="Google Shape;214;p90"/>
          <p:cNvSpPr txBox="1">
            <a:spLocks noGrp="1"/>
          </p:cNvSpPr>
          <p:nvPr>
            <p:ph type="subTitle" idx="3"/>
          </p:nvPr>
        </p:nvSpPr>
        <p:spPr>
          <a:xfrm>
            <a:off x="760150" y="1971950"/>
            <a:ext cx="36585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90"/>
          <p:cNvSpPr txBox="1">
            <a:spLocks noGrp="1"/>
          </p:cNvSpPr>
          <p:nvPr>
            <p:ph type="subTitle" idx="4"/>
          </p:nvPr>
        </p:nvSpPr>
        <p:spPr>
          <a:xfrm>
            <a:off x="4542716" y="1971950"/>
            <a:ext cx="36585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92"/>
          <p:cNvGrpSpPr/>
          <p:nvPr/>
        </p:nvGrpSpPr>
        <p:grpSpPr>
          <a:xfrm>
            <a:off x="-33789" y="-58626"/>
            <a:ext cx="9297685" cy="5203626"/>
            <a:chOff x="-33789" y="-58626"/>
            <a:chExt cx="9297685" cy="5203626"/>
          </a:xfrm>
        </p:grpSpPr>
        <p:sp>
          <p:nvSpPr>
            <p:cNvPr id="218" name="Google Shape;218;p92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92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" name="Google Shape;220;p92"/>
          <p:cNvSpPr txBox="1">
            <a:spLocks noGrp="1"/>
          </p:cNvSpPr>
          <p:nvPr>
            <p:ph type="subTitle" idx="1"/>
          </p:nvPr>
        </p:nvSpPr>
        <p:spPr>
          <a:xfrm>
            <a:off x="814950" y="1788150"/>
            <a:ext cx="4504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>
            <a:endParaRPr/>
          </a:p>
        </p:txBody>
      </p:sp>
      <p:sp>
        <p:nvSpPr>
          <p:cNvPr id="221" name="Google Shape;221;p92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92"/>
          <p:cNvSpPr>
            <a:spLocks noGrp="1"/>
          </p:cNvSpPr>
          <p:nvPr>
            <p:ph type="pic" idx="2"/>
          </p:nvPr>
        </p:nvSpPr>
        <p:spPr>
          <a:xfrm>
            <a:off x="5012136" y="1770300"/>
            <a:ext cx="7554000" cy="33732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1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93"/>
          <p:cNvGrpSpPr/>
          <p:nvPr/>
        </p:nvGrpSpPr>
        <p:grpSpPr>
          <a:xfrm>
            <a:off x="100" y="-15975"/>
            <a:ext cx="9607714" cy="5345797"/>
            <a:chOff x="100" y="-15975"/>
            <a:chExt cx="9607714" cy="5345797"/>
          </a:xfrm>
        </p:grpSpPr>
        <p:sp>
          <p:nvSpPr>
            <p:cNvPr id="225" name="Google Shape;225;p93"/>
            <p:cNvSpPr/>
            <p:nvPr/>
          </p:nvSpPr>
          <p:spPr>
            <a:xfrm>
              <a:off x="1547850" y="4609325"/>
              <a:ext cx="7584225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26" name="Google Shape;226;p93"/>
            <p:cNvSpPr/>
            <p:nvPr/>
          </p:nvSpPr>
          <p:spPr>
            <a:xfrm>
              <a:off x="5800000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27" name="Google Shape;227;p93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28" name="Google Shape;228;p93"/>
            <p:cNvSpPr/>
            <p:nvPr/>
          </p:nvSpPr>
          <p:spPr>
            <a:xfrm>
              <a:off x="3947938" y="4777525"/>
              <a:ext cx="5659876" cy="552297"/>
            </a:xfrm>
            <a:custGeom>
              <a:avLst/>
              <a:gdLst/>
              <a:ahLst/>
              <a:cxnLst/>
              <a:rect l="l" t="t" r="r" b="b"/>
              <a:pathLst>
                <a:path w="51014" h="4978" fill="none" extrusionOk="0">
                  <a:moveTo>
                    <a:pt x="1" y="3301"/>
                  </a:moveTo>
                  <a:lnTo>
                    <a:pt x="7560" y="3301"/>
                  </a:lnTo>
                  <a:lnTo>
                    <a:pt x="10860" y="1"/>
                  </a:lnTo>
                  <a:lnTo>
                    <a:pt x="29697" y="1"/>
                  </a:lnTo>
                  <a:lnTo>
                    <a:pt x="34677" y="4978"/>
                  </a:lnTo>
                  <a:lnTo>
                    <a:pt x="51014" y="497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93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0" name="Google Shape;230;p93"/>
          <p:cNvSpPr txBox="1">
            <a:spLocks noGrp="1"/>
          </p:cNvSpPr>
          <p:nvPr>
            <p:ph type="title"/>
          </p:nvPr>
        </p:nvSpPr>
        <p:spPr>
          <a:xfrm>
            <a:off x="2251275" y="800016"/>
            <a:ext cx="6178200" cy="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1" name="Google Shape;231;p93"/>
          <p:cNvSpPr txBox="1">
            <a:spLocks noGrp="1"/>
          </p:cNvSpPr>
          <p:nvPr>
            <p:ph type="title" idx="2"/>
          </p:nvPr>
        </p:nvSpPr>
        <p:spPr>
          <a:xfrm>
            <a:off x="714675" y="800016"/>
            <a:ext cx="14604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32" name="Google Shape;232;p93"/>
          <p:cNvSpPr txBox="1">
            <a:spLocks noGrp="1"/>
          </p:cNvSpPr>
          <p:nvPr>
            <p:ph type="subTitle" idx="1"/>
          </p:nvPr>
        </p:nvSpPr>
        <p:spPr>
          <a:xfrm>
            <a:off x="2251275" y="1608015"/>
            <a:ext cx="6178200" cy="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93"/>
          <p:cNvSpPr>
            <a:spLocks noGrp="1"/>
          </p:cNvSpPr>
          <p:nvPr>
            <p:ph type="pic" idx="3"/>
          </p:nvPr>
        </p:nvSpPr>
        <p:spPr>
          <a:xfrm>
            <a:off x="-354350" y="2408475"/>
            <a:ext cx="6443400" cy="28773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94"/>
          <p:cNvGrpSpPr/>
          <p:nvPr/>
        </p:nvGrpSpPr>
        <p:grpSpPr>
          <a:xfrm>
            <a:off x="-38737" y="-1500"/>
            <a:ext cx="9297685" cy="5295400"/>
            <a:chOff x="-38737" y="-1500"/>
            <a:chExt cx="9297685" cy="5295400"/>
          </a:xfrm>
        </p:grpSpPr>
        <p:sp>
          <p:nvSpPr>
            <p:cNvPr id="236" name="Google Shape;236;p94"/>
            <p:cNvSpPr/>
            <p:nvPr/>
          </p:nvSpPr>
          <p:spPr>
            <a:xfrm rot="5400000">
              <a:off x="5780824" y="1795350"/>
              <a:ext cx="5146500" cy="1552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94"/>
            <p:cNvSpPr/>
            <p:nvPr/>
          </p:nvSpPr>
          <p:spPr>
            <a:xfrm>
              <a:off x="-19951" y="4609325"/>
              <a:ext cx="7584225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38" name="Google Shape;238;p94"/>
            <p:cNvSpPr/>
            <p:nvPr/>
          </p:nvSpPr>
          <p:spPr>
            <a:xfrm>
              <a:off x="4232199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39" name="Google Shape;239;p94"/>
            <p:cNvSpPr/>
            <p:nvPr/>
          </p:nvSpPr>
          <p:spPr>
            <a:xfrm>
              <a:off x="5560924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40" name="Google Shape;240;p94"/>
            <p:cNvSpPr/>
            <p:nvPr/>
          </p:nvSpPr>
          <p:spPr>
            <a:xfrm rot="10800000">
              <a:off x="-38737" y="536274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94"/>
            <p:cNvSpPr/>
            <p:nvPr/>
          </p:nvSpPr>
          <p:spPr>
            <a:xfrm rot="10800000">
              <a:off x="-9455" y="3941625"/>
              <a:ext cx="9143941" cy="416176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" name="Google Shape;242;p94"/>
          <p:cNvSpPr txBox="1">
            <a:spLocks noGrp="1"/>
          </p:cNvSpPr>
          <p:nvPr>
            <p:ph type="title" hasCustomPrompt="1"/>
          </p:nvPr>
        </p:nvSpPr>
        <p:spPr>
          <a:xfrm>
            <a:off x="1615525" y="1500070"/>
            <a:ext cx="5124900" cy="14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3" name="Google Shape;243;p94"/>
          <p:cNvSpPr txBox="1">
            <a:spLocks noGrp="1"/>
          </p:cNvSpPr>
          <p:nvPr>
            <p:ph type="subTitle" idx="1"/>
          </p:nvPr>
        </p:nvSpPr>
        <p:spPr>
          <a:xfrm>
            <a:off x="1615525" y="2909170"/>
            <a:ext cx="5124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6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95"/>
          <p:cNvGrpSpPr/>
          <p:nvPr/>
        </p:nvGrpSpPr>
        <p:grpSpPr>
          <a:xfrm>
            <a:off x="-38737" y="-1500"/>
            <a:ext cx="9297685" cy="5295400"/>
            <a:chOff x="-38737" y="-1500"/>
            <a:chExt cx="9297685" cy="5295400"/>
          </a:xfrm>
        </p:grpSpPr>
        <p:sp>
          <p:nvSpPr>
            <p:cNvPr id="246" name="Google Shape;246;p95"/>
            <p:cNvSpPr/>
            <p:nvPr/>
          </p:nvSpPr>
          <p:spPr>
            <a:xfrm rot="-5400000" flipH="1">
              <a:off x="-2215950" y="2214450"/>
              <a:ext cx="5146500" cy="714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95"/>
            <p:cNvSpPr/>
            <p:nvPr/>
          </p:nvSpPr>
          <p:spPr>
            <a:xfrm>
              <a:off x="5800000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48" name="Google Shape;248;p95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49" name="Google Shape;249;p95"/>
            <p:cNvSpPr/>
            <p:nvPr/>
          </p:nvSpPr>
          <p:spPr>
            <a:xfrm rot="10800000" flipH="1">
              <a:off x="-38737" y="355299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95"/>
            <p:cNvSpPr/>
            <p:nvPr/>
          </p:nvSpPr>
          <p:spPr>
            <a:xfrm rot="10800000">
              <a:off x="-1" y="4398825"/>
              <a:ext cx="9143941" cy="416176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1" name="Google Shape;251;p95"/>
          <p:cNvSpPr txBox="1">
            <a:spLocks noGrp="1"/>
          </p:cNvSpPr>
          <p:nvPr>
            <p:ph type="title"/>
          </p:nvPr>
        </p:nvSpPr>
        <p:spPr>
          <a:xfrm>
            <a:off x="1071662" y="1081675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52" name="Google Shape;252;p95"/>
          <p:cNvSpPr txBox="1">
            <a:spLocks noGrp="1"/>
          </p:cNvSpPr>
          <p:nvPr>
            <p:ph type="subTitle" idx="1"/>
          </p:nvPr>
        </p:nvSpPr>
        <p:spPr>
          <a:xfrm>
            <a:off x="1071685" y="2105175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95"/>
          <p:cNvSpPr txBox="1">
            <a:spLocks noGrp="1"/>
          </p:cNvSpPr>
          <p:nvPr>
            <p:ph type="title" idx="2"/>
          </p:nvPr>
        </p:nvSpPr>
        <p:spPr>
          <a:xfrm>
            <a:off x="1071662" y="2659950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54" name="Google Shape;254;p95"/>
          <p:cNvSpPr txBox="1">
            <a:spLocks noGrp="1"/>
          </p:cNvSpPr>
          <p:nvPr>
            <p:ph type="subTitle" idx="3"/>
          </p:nvPr>
        </p:nvSpPr>
        <p:spPr>
          <a:xfrm>
            <a:off x="1071685" y="3683450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95"/>
          <p:cNvSpPr txBox="1">
            <a:spLocks noGrp="1"/>
          </p:cNvSpPr>
          <p:nvPr>
            <p:ph type="title" idx="4"/>
          </p:nvPr>
        </p:nvSpPr>
        <p:spPr>
          <a:xfrm>
            <a:off x="4882112" y="1081675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56" name="Google Shape;256;p95"/>
          <p:cNvSpPr txBox="1">
            <a:spLocks noGrp="1"/>
          </p:cNvSpPr>
          <p:nvPr>
            <p:ph type="subTitle" idx="5"/>
          </p:nvPr>
        </p:nvSpPr>
        <p:spPr>
          <a:xfrm>
            <a:off x="4882135" y="2105175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95"/>
          <p:cNvSpPr txBox="1">
            <a:spLocks noGrp="1"/>
          </p:cNvSpPr>
          <p:nvPr>
            <p:ph type="title" idx="6"/>
          </p:nvPr>
        </p:nvSpPr>
        <p:spPr>
          <a:xfrm>
            <a:off x="4882112" y="2659950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58" name="Google Shape;258;p95"/>
          <p:cNvSpPr txBox="1">
            <a:spLocks noGrp="1"/>
          </p:cNvSpPr>
          <p:nvPr>
            <p:ph type="subTitle" idx="7"/>
          </p:nvPr>
        </p:nvSpPr>
        <p:spPr>
          <a:xfrm>
            <a:off x="4882135" y="3683450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6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96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261" name="Google Shape;261;p96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96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96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64" name="Google Shape;264;p96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65" name="Google Shape;265;p96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66" name="Google Shape;266;p96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" name="Google Shape;267;p96"/>
          <p:cNvSpPr txBox="1">
            <a:spLocks noGrp="1"/>
          </p:cNvSpPr>
          <p:nvPr>
            <p:ph type="title"/>
          </p:nvPr>
        </p:nvSpPr>
        <p:spPr>
          <a:xfrm>
            <a:off x="714700" y="2940875"/>
            <a:ext cx="25239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68" name="Google Shape;268;p96"/>
          <p:cNvSpPr txBox="1">
            <a:spLocks noGrp="1"/>
          </p:cNvSpPr>
          <p:nvPr>
            <p:ph type="subTitle" idx="1"/>
          </p:nvPr>
        </p:nvSpPr>
        <p:spPr>
          <a:xfrm>
            <a:off x="714700" y="2115700"/>
            <a:ext cx="25239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96"/>
          <p:cNvSpPr txBox="1">
            <a:spLocks noGrp="1"/>
          </p:cNvSpPr>
          <p:nvPr>
            <p:ph type="subTitle" idx="2"/>
          </p:nvPr>
        </p:nvSpPr>
        <p:spPr>
          <a:xfrm>
            <a:off x="714700" y="1577950"/>
            <a:ext cx="25239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96"/>
          <p:cNvSpPr txBox="1">
            <a:spLocks noGrp="1"/>
          </p:cNvSpPr>
          <p:nvPr>
            <p:ph type="title" idx="3"/>
          </p:nvPr>
        </p:nvSpPr>
        <p:spPr>
          <a:xfrm>
            <a:off x="3255150" y="2940875"/>
            <a:ext cx="25239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71" name="Google Shape;271;p96"/>
          <p:cNvSpPr txBox="1">
            <a:spLocks noGrp="1"/>
          </p:cNvSpPr>
          <p:nvPr>
            <p:ph type="subTitle" idx="4"/>
          </p:nvPr>
        </p:nvSpPr>
        <p:spPr>
          <a:xfrm>
            <a:off x="3255150" y="2115700"/>
            <a:ext cx="25239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96"/>
          <p:cNvSpPr txBox="1">
            <a:spLocks noGrp="1"/>
          </p:cNvSpPr>
          <p:nvPr>
            <p:ph type="subTitle" idx="5"/>
          </p:nvPr>
        </p:nvSpPr>
        <p:spPr>
          <a:xfrm>
            <a:off x="3255150" y="1577950"/>
            <a:ext cx="25239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96"/>
          <p:cNvSpPr txBox="1">
            <a:spLocks noGrp="1"/>
          </p:cNvSpPr>
          <p:nvPr>
            <p:ph type="title" idx="6"/>
          </p:nvPr>
        </p:nvSpPr>
        <p:spPr>
          <a:xfrm>
            <a:off x="5795600" y="2940875"/>
            <a:ext cx="25239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74" name="Google Shape;274;p96"/>
          <p:cNvSpPr txBox="1">
            <a:spLocks noGrp="1"/>
          </p:cNvSpPr>
          <p:nvPr>
            <p:ph type="subTitle" idx="7"/>
          </p:nvPr>
        </p:nvSpPr>
        <p:spPr>
          <a:xfrm>
            <a:off x="5795600" y="2115700"/>
            <a:ext cx="25239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96"/>
          <p:cNvSpPr txBox="1">
            <a:spLocks noGrp="1"/>
          </p:cNvSpPr>
          <p:nvPr>
            <p:ph type="subTitle" idx="8"/>
          </p:nvPr>
        </p:nvSpPr>
        <p:spPr>
          <a:xfrm>
            <a:off x="5795600" y="1577950"/>
            <a:ext cx="25239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96"/>
          <p:cNvSpPr txBox="1">
            <a:spLocks noGrp="1"/>
          </p:cNvSpPr>
          <p:nvPr>
            <p:ph type="title" idx="9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n columns">
  <p:cSld name="CUSTOM_3_2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97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279" name="Google Shape;279;p97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80" name="Google Shape;280;p97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81" name="Google Shape;281;p97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97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97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284" name="Google Shape;284;p97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97"/>
          <p:cNvSpPr txBox="1">
            <a:spLocks noGrp="1"/>
          </p:cNvSpPr>
          <p:nvPr>
            <p:ph type="subTitle" idx="1"/>
          </p:nvPr>
        </p:nvSpPr>
        <p:spPr>
          <a:xfrm>
            <a:off x="1555604" y="146307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97"/>
          <p:cNvSpPr txBox="1">
            <a:spLocks noGrp="1"/>
          </p:cNvSpPr>
          <p:nvPr>
            <p:ph type="title" idx="2"/>
          </p:nvPr>
        </p:nvSpPr>
        <p:spPr>
          <a:xfrm>
            <a:off x="894612" y="1463076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7" name="Google Shape;287;p97"/>
          <p:cNvSpPr txBox="1">
            <a:spLocks noGrp="1"/>
          </p:cNvSpPr>
          <p:nvPr>
            <p:ph type="subTitle" idx="3"/>
          </p:nvPr>
        </p:nvSpPr>
        <p:spPr>
          <a:xfrm>
            <a:off x="1555604" y="2070900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97"/>
          <p:cNvSpPr txBox="1">
            <a:spLocks noGrp="1"/>
          </p:cNvSpPr>
          <p:nvPr>
            <p:ph type="title" idx="4"/>
          </p:nvPr>
        </p:nvSpPr>
        <p:spPr>
          <a:xfrm>
            <a:off x="894612" y="2070900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9" name="Google Shape;289;p97"/>
          <p:cNvSpPr txBox="1">
            <a:spLocks noGrp="1"/>
          </p:cNvSpPr>
          <p:nvPr>
            <p:ph type="subTitle" idx="5"/>
          </p:nvPr>
        </p:nvSpPr>
        <p:spPr>
          <a:xfrm>
            <a:off x="1555604" y="267872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97"/>
          <p:cNvSpPr txBox="1">
            <a:spLocks noGrp="1"/>
          </p:cNvSpPr>
          <p:nvPr>
            <p:ph type="title" idx="6"/>
          </p:nvPr>
        </p:nvSpPr>
        <p:spPr>
          <a:xfrm>
            <a:off x="894612" y="267872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1" name="Google Shape;291;p97"/>
          <p:cNvSpPr txBox="1">
            <a:spLocks noGrp="1"/>
          </p:cNvSpPr>
          <p:nvPr>
            <p:ph type="subTitle" idx="7"/>
          </p:nvPr>
        </p:nvSpPr>
        <p:spPr>
          <a:xfrm>
            <a:off x="1555604" y="3286550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97"/>
          <p:cNvSpPr txBox="1">
            <a:spLocks noGrp="1"/>
          </p:cNvSpPr>
          <p:nvPr>
            <p:ph type="title" idx="8"/>
          </p:nvPr>
        </p:nvSpPr>
        <p:spPr>
          <a:xfrm>
            <a:off x="894612" y="3286550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3" name="Google Shape;293;p97"/>
          <p:cNvSpPr txBox="1">
            <a:spLocks noGrp="1"/>
          </p:cNvSpPr>
          <p:nvPr>
            <p:ph type="subTitle" idx="9"/>
          </p:nvPr>
        </p:nvSpPr>
        <p:spPr>
          <a:xfrm>
            <a:off x="1555604" y="389437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97"/>
          <p:cNvSpPr txBox="1">
            <a:spLocks noGrp="1"/>
          </p:cNvSpPr>
          <p:nvPr>
            <p:ph type="title" idx="13"/>
          </p:nvPr>
        </p:nvSpPr>
        <p:spPr>
          <a:xfrm>
            <a:off x="894612" y="389437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5" name="Google Shape;295;p97"/>
          <p:cNvSpPr txBox="1">
            <a:spLocks noGrp="1"/>
          </p:cNvSpPr>
          <p:nvPr>
            <p:ph type="subTitle" idx="14"/>
          </p:nvPr>
        </p:nvSpPr>
        <p:spPr>
          <a:xfrm>
            <a:off x="5413279" y="146307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97"/>
          <p:cNvSpPr txBox="1">
            <a:spLocks noGrp="1"/>
          </p:cNvSpPr>
          <p:nvPr>
            <p:ph type="title" idx="15"/>
          </p:nvPr>
        </p:nvSpPr>
        <p:spPr>
          <a:xfrm>
            <a:off x="4752037" y="146307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7" name="Google Shape;297;p97"/>
          <p:cNvSpPr txBox="1">
            <a:spLocks noGrp="1"/>
          </p:cNvSpPr>
          <p:nvPr>
            <p:ph type="subTitle" idx="16"/>
          </p:nvPr>
        </p:nvSpPr>
        <p:spPr>
          <a:xfrm>
            <a:off x="5413279" y="2070909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97"/>
          <p:cNvSpPr txBox="1">
            <a:spLocks noGrp="1"/>
          </p:cNvSpPr>
          <p:nvPr>
            <p:ph type="title" idx="17"/>
          </p:nvPr>
        </p:nvSpPr>
        <p:spPr>
          <a:xfrm>
            <a:off x="4752037" y="2070900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9" name="Google Shape;299;p97"/>
          <p:cNvSpPr txBox="1">
            <a:spLocks noGrp="1"/>
          </p:cNvSpPr>
          <p:nvPr>
            <p:ph type="subTitle" idx="18"/>
          </p:nvPr>
        </p:nvSpPr>
        <p:spPr>
          <a:xfrm>
            <a:off x="5413279" y="2678731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97"/>
          <p:cNvSpPr txBox="1">
            <a:spLocks noGrp="1"/>
          </p:cNvSpPr>
          <p:nvPr>
            <p:ph type="title" idx="19"/>
          </p:nvPr>
        </p:nvSpPr>
        <p:spPr>
          <a:xfrm>
            <a:off x="4752037" y="267872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1" name="Google Shape;301;p97"/>
          <p:cNvSpPr txBox="1">
            <a:spLocks noGrp="1"/>
          </p:cNvSpPr>
          <p:nvPr>
            <p:ph type="subTitle" idx="20"/>
          </p:nvPr>
        </p:nvSpPr>
        <p:spPr>
          <a:xfrm>
            <a:off x="5413279" y="3286553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97"/>
          <p:cNvSpPr txBox="1">
            <a:spLocks noGrp="1"/>
          </p:cNvSpPr>
          <p:nvPr>
            <p:ph type="title" idx="21"/>
          </p:nvPr>
        </p:nvSpPr>
        <p:spPr>
          <a:xfrm>
            <a:off x="4752037" y="3286550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3" name="Google Shape;303;p97"/>
          <p:cNvSpPr txBox="1">
            <a:spLocks noGrp="1"/>
          </p:cNvSpPr>
          <p:nvPr>
            <p:ph type="subTitle" idx="22"/>
          </p:nvPr>
        </p:nvSpPr>
        <p:spPr>
          <a:xfrm>
            <a:off x="5413279" y="389437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97"/>
          <p:cNvSpPr txBox="1">
            <a:spLocks noGrp="1"/>
          </p:cNvSpPr>
          <p:nvPr>
            <p:ph type="title" idx="23"/>
          </p:nvPr>
        </p:nvSpPr>
        <p:spPr>
          <a:xfrm>
            <a:off x="4752037" y="389437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98"/>
          <p:cNvGrpSpPr/>
          <p:nvPr/>
        </p:nvGrpSpPr>
        <p:grpSpPr>
          <a:xfrm>
            <a:off x="-38737" y="-1500"/>
            <a:ext cx="9297685" cy="5146500"/>
            <a:chOff x="-38737" y="-1500"/>
            <a:chExt cx="9297685" cy="5146500"/>
          </a:xfrm>
        </p:grpSpPr>
        <p:sp>
          <p:nvSpPr>
            <p:cNvPr id="307" name="Google Shape;307;p98"/>
            <p:cNvSpPr/>
            <p:nvPr/>
          </p:nvSpPr>
          <p:spPr>
            <a:xfrm rot="-5400000" flipH="1">
              <a:off x="-2220750" y="2219250"/>
              <a:ext cx="5146500" cy="705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8" name="Google Shape;308;p98"/>
            <p:cNvGrpSpPr/>
            <p:nvPr/>
          </p:nvGrpSpPr>
          <p:grpSpPr>
            <a:xfrm>
              <a:off x="-38737" y="327611"/>
              <a:ext cx="9297685" cy="4488278"/>
              <a:chOff x="-38737" y="327611"/>
              <a:chExt cx="9297685" cy="4488278"/>
            </a:xfrm>
          </p:grpSpPr>
          <p:sp>
            <p:nvSpPr>
              <p:cNvPr id="309" name="Google Shape;309;p98"/>
              <p:cNvSpPr/>
              <p:nvPr/>
            </p:nvSpPr>
            <p:spPr>
              <a:xfrm rot="10800000" flipH="1">
                <a:off x="-38737" y="327611"/>
                <a:ext cx="9297685" cy="598895"/>
              </a:xfrm>
              <a:custGeom>
                <a:avLst/>
                <a:gdLst/>
                <a:ahLst/>
                <a:cxnLst/>
                <a:rect l="l" t="t" r="r" b="b"/>
                <a:pathLst>
                  <a:path w="58499" h="3768" fill="none" extrusionOk="0">
                    <a:moveTo>
                      <a:pt x="58499" y="2472"/>
                    </a:moveTo>
                    <a:lnTo>
                      <a:pt x="44663" y="2472"/>
                    </a:lnTo>
                    <a:lnTo>
                      <a:pt x="42191" y="0"/>
                    </a:lnTo>
                    <a:lnTo>
                      <a:pt x="27753" y="0"/>
                    </a:lnTo>
                    <a:lnTo>
                      <a:pt x="23986" y="3768"/>
                    </a:lnTo>
                    <a:lnTo>
                      <a:pt x="0" y="376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98"/>
              <p:cNvSpPr/>
              <p:nvPr/>
            </p:nvSpPr>
            <p:spPr>
              <a:xfrm rot="10800000" flipH="1">
                <a:off x="-1" y="4399713"/>
                <a:ext cx="9143941" cy="416176"/>
              </a:xfrm>
              <a:custGeom>
                <a:avLst/>
                <a:gdLst/>
                <a:ahLst/>
                <a:cxnLst/>
                <a:rect l="l" t="t" r="r" b="b"/>
                <a:pathLst>
                  <a:path w="52272" h="2379" fill="none" extrusionOk="0">
                    <a:moveTo>
                      <a:pt x="0" y="1"/>
                    </a:moveTo>
                    <a:lnTo>
                      <a:pt x="23309" y="1"/>
                    </a:lnTo>
                    <a:lnTo>
                      <a:pt x="25683" y="2378"/>
                    </a:lnTo>
                    <a:lnTo>
                      <a:pt x="52272" y="237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1" name="Google Shape;311;p98"/>
          <p:cNvSpPr txBox="1">
            <a:spLocks noGrp="1"/>
          </p:cNvSpPr>
          <p:nvPr>
            <p:ph type="title"/>
          </p:nvPr>
        </p:nvSpPr>
        <p:spPr>
          <a:xfrm>
            <a:off x="1107313" y="1196100"/>
            <a:ext cx="2283900" cy="15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98"/>
          <p:cNvSpPr txBox="1">
            <a:spLocks noGrp="1"/>
          </p:cNvSpPr>
          <p:nvPr>
            <p:ph type="subTitle" idx="1"/>
          </p:nvPr>
        </p:nvSpPr>
        <p:spPr>
          <a:xfrm>
            <a:off x="1107388" y="2979000"/>
            <a:ext cx="2658300" cy="9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99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315" name="Google Shape;315;p99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99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99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18" name="Google Shape;318;p99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19" name="Google Shape;319;p99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20" name="Google Shape;320;p99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1" name="Google Shape;321;p99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99"/>
          <p:cNvSpPr txBox="1">
            <a:spLocks noGrp="1"/>
          </p:cNvSpPr>
          <p:nvPr>
            <p:ph type="subTitle" idx="1"/>
          </p:nvPr>
        </p:nvSpPr>
        <p:spPr>
          <a:xfrm>
            <a:off x="1691045" y="3124463"/>
            <a:ext cx="2520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323" name="Google Shape;323;p99"/>
          <p:cNvSpPr txBox="1">
            <a:spLocks noGrp="1"/>
          </p:cNvSpPr>
          <p:nvPr>
            <p:ph type="subTitle" idx="2"/>
          </p:nvPr>
        </p:nvSpPr>
        <p:spPr>
          <a:xfrm>
            <a:off x="1691051" y="3476384"/>
            <a:ext cx="2520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99"/>
          <p:cNvSpPr txBox="1">
            <a:spLocks noGrp="1"/>
          </p:cNvSpPr>
          <p:nvPr>
            <p:ph type="subTitle" idx="3"/>
          </p:nvPr>
        </p:nvSpPr>
        <p:spPr>
          <a:xfrm>
            <a:off x="4932053" y="3124463"/>
            <a:ext cx="2520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325" name="Google Shape;325;p99"/>
          <p:cNvSpPr txBox="1">
            <a:spLocks noGrp="1"/>
          </p:cNvSpPr>
          <p:nvPr>
            <p:ph type="subTitle" idx="4"/>
          </p:nvPr>
        </p:nvSpPr>
        <p:spPr>
          <a:xfrm>
            <a:off x="4932053" y="3476384"/>
            <a:ext cx="2520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0"/>
          <p:cNvSpPr/>
          <p:nvPr/>
        </p:nvSpPr>
        <p:spPr>
          <a:xfrm rot="-5400000">
            <a:off x="-2216100" y="2214600"/>
            <a:ext cx="51465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00"/>
          <p:cNvSpPr txBox="1">
            <a:spLocks noGrp="1"/>
          </p:cNvSpPr>
          <p:nvPr>
            <p:ph type="title"/>
          </p:nvPr>
        </p:nvSpPr>
        <p:spPr>
          <a:xfrm>
            <a:off x="714675" y="536275"/>
            <a:ext cx="38574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5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29" name="Google Shape;329;p100"/>
          <p:cNvSpPr txBox="1">
            <a:spLocks noGrp="1"/>
          </p:cNvSpPr>
          <p:nvPr>
            <p:ph type="subTitle" idx="1"/>
          </p:nvPr>
        </p:nvSpPr>
        <p:spPr>
          <a:xfrm>
            <a:off x="714675" y="1510925"/>
            <a:ext cx="3857400" cy="1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100"/>
          <p:cNvSpPr>
            <a:spLocks noGrp="1"/>
          </p:cNvSpPr>
          <p:nvPr>
            <p:ph type="pic" idx="2"/>
          </p:nvPr>
        </p:nvSpPr>
        <p:spPr>
          <a:xfrm>
            <a:off x="4476825" y="-102600"/>
            <a:ext cx="6443400" cy="53487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  <p:sp>
        <p:nvSpPr>
          <p:cNvPr id="331" name="Google Shape;331;p100"/>
          <p:cNvSpPr txBox="1"/>
          <p:nvPr/>
        </p:nvSpPr>
        <p:spPr>
          <a:xfrm>
            <a:off x="812775" y="3558501"/>
            <a:ext cx="3661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 </a:t>
            </a:r>
            <a:r>
              <a:rPr lang="en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This presentation template was created by </a:t>
            </a:r>
            <a:r>
              <a:rPr lang="en" sz="1200" b="1" i="0" u="none" strike="noStrike" cap="non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including icons by </a:t>
            </a:r>
            <a:r>
              <a:rPr lang="en" sz="1200" b="1" i="0" u="none" strike="noStrike" cap="non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and infographics &amp; images by </a:t>
            </a:r>
            <a:r>
              <a:rPr lang="en" sz="1200" b="1" i="0" u="none" strike="noStrike" cap="non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4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101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334" name="Google Shape;334;p101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01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36" name="Google Shape;336;p101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37" name="Google Shape;337;p101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338" name="Google Shape;338;p101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101"/>
          <p:cNvSpPr txBox="1">
            <a:spLocks noGrp="1"/>
          </p:cNvSpPr>
          <p:nvPr>
            <p:ph type="body" idx="1"/>
          </p:nvPr>
        </p:nvSpPr>
        <p:spPr>
          <a:xfrm>
            <a:off x="743825" y="1306550"/>
            <a:ext cx="3828300" cy="29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0" name="Google Shape;340;p101"/>
          <p:cNvSpPr txBox="1">
            <a:spLocks noGrp="1"/>
          </p:cNvSpPr>
          <p:nvPr>
            <p:ph type="body" idx="2"/>
          </p:nvPr>
        </p:nvSpPr>
        <p:spPr>
          <a:xfrm>
            <a:off x="4571875" y="1306604"/>
            <a:ext cx="3828300" cy="29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4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102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343" name="Google Shape;343;p102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02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02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46" name="Google Shape;346;p102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47" name="Google Shape;347;p102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48" name="Google Shape;348;p102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9" name="Google Shape;349;p102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102"/>
          <p:cNvSpPr txBox="1">
            <a:spLocks noGrp="1"/>
          </p:cNvSpPr>
          <p:nvPr>
            <p:ph type="body" idx="1"/>
          </p:nvPr>
        </p:nvSpPr>
        <p:spPr>
          <a:xfrm>
            <a:off x="714675" y="1076275"/>
            <a:ext cx="3857400" cy="3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1" name="Google Shape;351;p102"/>
          <p:cNvSpPr txBox="1">
            <a:spLocks noGrp="1"/>
          </p:cNvSpPr>
          <p:nvPr>
            <p:ph type="body" idx="2"/>
          </p:nvPr>
        </p:nvSpPr>
        <p:spPr>
          <a:xfrm>
            <a:off x="4572125" y="1076275"/>
            <a:ext cx="3857400" cy="3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07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355" name="Google Shape;355;p107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07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57" name="Google Shape;357;p107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58" name="Google Shape;358;p107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108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361" name="Google Shape;361;p108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08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08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64" name="Google Shape;364;p108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65" name="Google Shape;365;p108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66" name="Google Shape;366;p108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BLANK_1_1_1_1_2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51b705fa41_0_171"/>
          <p:cNvSpPr txBox="1">
            <a:spLocks noGrp="1"/>
          </p:cNvSpPr>
          <p:nvPr>
            <p:ph type="title"/>
          </p:nvPr>
        </p:nvSpPr>
        <p:spPr>
          <a:xfrm>
            <a:off x="5571350" y="430343"/>
            <a:ext cx="3063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9" name="Google Shape;369;g251b705fa41_0_171"/>
          <p:cNvSpPr txBox="1">
            <a:spLocks noGrp="1"/>
          </p:cNvSpPr>
          <p:nvPr>
            <p:ph type="subTitle" idx="1"/>
          </p:nvPr>
        </p:nvSpPr>
        <p:spPr>
          <a:xfrm>
            <a:off x="5571350" y="880826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g251b705fa41_0_171"/>
          <p:cNvSpPr txBox="1">
            <a:spLocks noGrp="1"/>
          </p:cNvSpPr>
          <p:nvPr>
            <p:ph type="title" idx="2"/>
          </p:nvPr>
        </p:nvSpPr>
        <p:spPr>
          <a:xfrm>
            <a:off x="5571350" y="1505518"/>
            <a:ext cx="3086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1" name="Google Shape;371;g251b705fa41_0_171"/>
          <p:cNvSpPr txBox="1">
            <a:spLocks noGrp="1"/>
          </p:cNvSpPr>
          <p:nvPr>
            <p:ph type="subTitle" idx="3"/>
          </p:nvPr>
        </p:nvSpPr>
        <p:spPr>
          <a:xfrm>
            <a:off x="5571350" y="1969884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g251b705fa41_0_171"/>
          <p:cNvSpPr txBox="1">
            <a:spLocks noGrp="1"/>
          </p:cNvSpPr>
          <p:nvPr>
            <p:ph type="title" idx="4"/>
          </p:nvPr>
        </p:nvSpPr>
        <p:spPr>
          <a:xfrm>
            <a:off x="5571350" y="2580693"/>
            <a:ext cx="3063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3" name="Google Shape;373;g251b705fa41_0_171"/>
          <p:cNvSpPr txBox="1">
            <a:spLocks noGrp="1"/>
          </p:cNvSpPr>
          <p:nvPr>
            <p:ph type="subTitle" idx="5"/>
          </p:nvPr>
        </p:nvSpPr>
        <p:spPr>
          <a:xfrm>
            <a:off x="5571350" y="3058941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g251b705fa41_0_171"/>
          <p:cNvSpPr txBox="1">
            <a:spLocks noGrp="1"/>
          </p:cNvSpPr>
          <p:nvPr>
            <p:ph type="title" idx="6"/>
          </p:nvPr>
        </p:nvSpPr>
        <p:spPr>
          <a:xfrm>
            <a:off x="5571350" y="3655868"/>
            <a:ext cx="3063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5" name="Google Shape;375;g251b705fa41_0_171"/>
          <p:cNvSpPr txBox="1">
            <a:spLocks noGrp="1"/>
          </p:cNvSpPr>
          <p:nvPr>
            <p:ph type="subTitle" idx="7"/>
          </p:nvPr>
        </p:nvSpPr>
        <p:spPr>
          <a:xfrm>
            <a:off x="5571350" y="4147999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g251b705fa41_0_171"/>
          <p:cNvSpPr txBox="1">
            <a:spLocks noGrp="1"/>
          </p:cNvSpPr>
          <p:nvPr>
            <p:ph type="title" idx="8"/>
          </p:nvPr>
        </p:nvSpPr>
        <p:spPr>
          <a:xfrm>
            <a:off x="720000" y="365913"/>
            <a:ext cx="198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g251b705fa41_0_171"/>
          <p:cNvSpPr txBox="1">
            <a:spLocks noGrp="1"/>
          </p:cNvSpPr>
          <p:nvPr>
            <p:ph type="title" idx="9"/>
          </p:nvPr>
        </p:nvSpPr>
        <p:spPr>
          <a:xfrm>
            <a:off x="4099525" y="373950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8" name="Google Shape;378;g251b705fa41_0_171"/>
          <p:cNvSpPr txBox="1">
            <a:spLocks noGrp="1"/>
          </p:cNvSpPr>
          <p:nvPr>
            <p:ph type="title" idx="13"/>
          </p:nvPr>
        </p:nvSpPr>
        <p:spPr>
          <a:xfrm>
            <a:off x="4099525" y="2557800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9" name="Google Shape;379;g251b705fa41_0_171"/>
          <p:cNvSpPr txBox="1">
            <a:spLocks noGrp="1"/>
          </p:cNvSpPr>
          <p:nvPr>
            <p:ph type="title" idx="14"/>
          </p:nvPr>
        </p:nvSpPr>
        <p:spPr>
          <a:xfrm>
            <a:off x="4099525" y="1465875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80" name="Google Shape;380;g251b705fa41_0_171"/>
          <p:cNvSpPr txBox="1">
            <a:spLocks noGrp="1"/>
          </p:cNvSpPr>
          <p:nvPr>
            <p:ph type="title" idx="15"/>
          </p:nvPr>
        </p:nvSpPr>
        <p:spPr>
          <a:xfrm>
            <a:off x="4099525" y="3649725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81" name="Google Shape;381;g251b705fa41_0_17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2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7" name="Google Shape;7;p72"/>
          <p:cNvSpPr txBox="1">
            <a:spLocks noGrp="1"/>
          </p:cNvSpPr>
          <p:nvPr>
            <p:ph type="body" idx="1"/>
          </p:nvPr>
        </p:nvSpPr>
        <p:spPr>
          <a:xfrm>
            <a:off x="714675" y="1159054"/>
            <a:ext cx="7714800" cy="3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4068" r="4069"/>
          <a:stretch/>
        </p:blipFill>
        <p:spPr>
          <a:xfrm>
            <a:off x="3991251" y="468600"/>
            <a:ext cx="6443400" cy="46749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sp>
        <p:nvSpPr>
          <p:cNvPr id="387" name="Google Shape;387;p1"/>
          <p:cNvSpPr txBox="1">
            <a:spLocks noGrp="1"/>
          </p:cNvSpPr>
          <p:nvPr>
            <p:ph type="ctrTitle"/>
          </p:nvPr>
        </p:nvSpPr>
        <p:spPr>
          <a:xfrm>
            <a:off x="714675" y="2005367"/>
            <a:ext cx="3898500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5200"/>
              <a:buNone/>
            </a:pPr>
            <a:r>
              <a:rPr lang="en" dirty="0"/>
              <a:t>Infotex</a:t>
            </a:r>
            <a:endParaRPr dirty="0"/>
          </a:p>
        </p:txBody>
      </p:sp>
      <p:sp>
        <p:nvSpPr>
          <p:cNvPr id="388" name="Google Shape;388;p1"/>
          <p:cNvSpPr txBox="1">
            <a:spLocks noGrp="1"/>
          </p:cNvSpPr>
          <p:nvPr>
            <p:ph type="subTitle" idx="1"/>
          </p:nvPr>
        </p:nvSpPr>
        <p:spPr>
          <a:xfrm>
            <a:off x="714675" y="3621515"/>
            <a:ext cx="38985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Capstone 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Tabla de contenidos</a:t>
            </a:r>
            <a:endParaRPr sz="3300"/>
          </a:p>
        </p:txBody>
      </p:sp>
      <p:sp>
        <p:nvSpPr>
          <p:cNvPr id="394" name="Google Shape;394;p3"/>
          <p:cNvSpPr txBox="1">
            <a:spLocks noGrp="1"/>
          </p:cNvSpPr>
          <p:nvPr>
            <p:ph type="title" idx="2"/>
          </p:nvPr>
        </p:nvSpPr>
        <p:spPr>
          <a:xfrm>
            <a:off x="1327836" y="1086551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95" name="Google Shape;395;p3"/>
          <p:cNvSpPr txBox="1">
            <a:spLocks noGrp="1"/>
          </p:cNvSpPr>
          <p:nvPr>
            <p:ph type="subTitle" idx="1"/>
          </p:nvPr>
        </p:nvSpPr>
        <p:spPr>
          <a:xfrm>
            <a:off x="1327826" y="1779237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Problemática</a:t>
            </a:r>
            <a:endParaRPr dirty="0"/>
          </a:p>
        </p:txBody>
      </p:sp>
      <p:sp>
        <p:nvSpPr>
          <p:cNvPr id="397" name="Google Shape;397;p3"/>
          <p:cNvSpPr txBox="1">
            <a:spLocks noGrp="1"/>
          </p:cNvSpPr>
          <p:nvPr>
            <p:ph type="title" idx="4"/>
          </p:nvPr>
        </p:nvSpPr>
        <p:spPr>
          <a:xfrm>
            <a:off x="4955136" y="1086551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98" name="Google Shape;398;p3"/>
          <p:cNvSpPr txBox="1">
            <a:spLocks noGrp="1"/>
          </p:cNvSpPr>
          <p:nvPr>
            <p:ph type="subTitle" idx="5"/>
          </p:nvPr>
        </p:nvSpPr>
        <p:spPr>
          <a:xfrm>
            <a:off x="4955125" y="1779237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Solución</a:t>
            </a:r>
            <a:endParaRPr/>
          </a:p>
        </p:txBody>
      </p:sp>
      <p:sp>
        <p:nvSpPr>
          <p:cNvPr id="400" name="Google Shape;400;p3"/>
          <p:cNvSpPr txBox="1">
            <a:spLocks noGrp="1"/>
          </p:cNvSpPr>
          <p:nvPr>
            <p:ph type="title" idx="7"/>
          </p:nvPr>
        </p:nvSpPr>
        <p:spPr>
          <a:xfrm>
            <a:off x="1327836" y="2724162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01" name="Google Shape;401;p3"/>
          <p:cNvSpPr txBox="1">
            <a:spLocks noGrp="1"/>
          </p:cNvSpPr>
          <p:nvPr>
            <p:ph type="subTitle" idx="8"/>
          </p:nvPr>
        </p:nvSpPr>
        <p:spPr>
          <a:xfrm>
            <a:off x="1327826" y="3416954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Demostración</a:t>
            </a:r>
            <a:endParaRPr/>
          </a:p>
        </p:txBody>
      </p:sp>
      <p:sp>
        <p:nvSpPr>
          <p:cNvPr id="402" name="Google Shape;402;p3"/>
          <p:cNvSpPr txBox="1">
            <a:spLocks noGrp="1"/>
          </p:cNvSpPr>
          <p:nvPr>
            <p:ph type="subTitle" idx="9"/>
          </p:nvPr>
        </p:nvSpPr>
        <p:spPr>
          <a:xfrm>
            <a:off x="1327824" y="3795825"/>
            <a:ext cx="2828400" cy="336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(Pendiente)</a:t>
            </a:r>
            <a:endParaRPr dirty="0"/>
          </a:p>
        </p:txBody>
      </p:sp>
      <p:sp>
        <p:nvSpPr>
          <p:cNvPr id="403" name="Google Shape;403;p3"/>
          <p:cNvSpPr txBox="1">
            <a:spLocks noGrp="1"/>
          </p:cNvSpPr>
          <p:nvPr>
            <p:ph type="title" idx="13"/>
          </p:nvPr>
        </p:nvSpPr>
        <p:spPr>
          <a:xfrm>
            <a:off x="4955136" y="2724162"/>
            <a:ext cx="911100" cy="7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04" name="Google Shape;404;p3"/>
          <p:cNvSpPr txBox="1">
            <a:spLocks noGrp="1"/>
          </p:cNvSpPr>
          <p:nvPr>
            <p:ph type="subTitle" idx="14"/>
          </p:nvPr>
        </p:nvSpPr>
        <p:spPr>
          <a:xfrm>
            <a:off x="4955125" y="3416955"/>
            <a:ext cx="3140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Retrospectiva</a:t>
            </a:r>
            <a:endParaRPr/>
          </a:p>
        </p:txBody>
      </p:sp>
      <p:sp>
        <p:nvSpPr>
          <p:cNvPr id="405" name="Google Shape;405;p3"/>
          <p:cNvSpPr txBox="1">
            <a:spLocks noGrp="1"/>
          </p:cNvSpPr>
          <p:nvPr>
            <p:ph type="subTitle" idx="15"/>
          </p:nvPr>
        </p:nvSpPr>
        <p:spPr>
          <a:xfrm>
            <a:off x="4955125" y="3760175"/>
            <a:ext cx="24990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(Pendiente)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5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4068" r="4069"/>
          <a:stretch/>
        </p:blipFill>
        <p:spPr>
          <a:xfrm>
            <a:off x="4019625" y="572825"/>
            <a:ext cx="6443400" cy="46749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sp>
        <p:nvSpPr>
          <p:cNvPr id="411" name="Google Shape;411;p5"/>
          <p:cNvSpPr txBox="1">
            <a:spLocks noGrp="1"/>
          </p:cNvSpPr>
          <p:nvPr>
            <p:ph type="title"/>
          </p:nvPr>
        </p:nvSpPr>
        <p:spPr>
          <a:xfrm>
            <a:off x="743825" y="2016375"/>
            <a:ext cx="3680700" cy="14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Problemática</a:t>
            </a:r>
            <a:endParaRPr/>
          </a:p>
        </p:txBody>
      </p:sp>
      <p:sp>
        <p:nvSpPr>
          <p:cNvPr id="412" name="Google Shape;412;p5"/>
          <p:cNvSpPr txBox="1">
            <a:spLocks noGrp="1"/>
          </p:cNvSpPr>
          <p:nvPr>
            <p:ph type="title" idx="2"/>
          </p:nvPr>
        </p:nvSpPr>
        <p:spPr>
          <a:xfrm>
            <a:off x="832800" y="823275"/>
            <a:ext cx="1560600" cy="11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13" name="Google Shape;413;p5"/>
          <p:cNvSpPr txBox="1">
            <a:spLocks noGrp="1"/>
          </p:cNvSpPr>
          <p:nvPr>
            <p:ph type="subTitle" idx="1"/>
          </p:nvPr>
        </p:nvSpPr>
        <p:spPr>
          <a:xfrm>
            <a:off x="832800" y="3422175"/>
            <a:ext cx="3087300" cy="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Necesidades y requerimientos específicos</a:t>
            </a:r>
            <a:endParaRPr/>
          </a:p>
        </p:txBody>
      </p:sp>
      <p:sp>
        <p:nvSpPr>
          <p:cNvPr id="414" name="Google Shape;414;p5"/>
          <p:cNvSpPr/>
          <p:nvPr/>
        </p:nvSpPr>
        <p:spPr>
          <a:xfrm rot="-5400000">
            <a:off x="6138900" y="2243625"/>
            <a:ext cx="52959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5"/>
          <p:cNvSpPr/>
          <p:nvPr/>
        </p:nvSpPr>
        <p:spPr>
          <a:xfrm flipH="1">
            <a:off x="2821781" y="4699662"/>
            <a:ext cx="5609244" cy="547356"/>
          </a:xfrm>
          <a:custGeom>
            <a:avLst/>
            <a:gdLst/>
            <a:ahLst/>
            <a:cxnLst/>
            <a:rect l="l" t="t" r="r" b="b"/>
            <a:pathLst>
              <a:path w="51014" h="4978" fill="none" extrusionOk="0">
                <a:moveTo>
                  <a:pt x="1" y="3301"/>
                </a:moveTo>
                <a:lnTo>
                  <a:pt x="7560" y="3301"/>
                </a:lnTo>
                <a:lnTo>
                  <a:pt x="10860" y="1"/>
                </a:lnTo>
                <a:lnTo>
                  <a:pt x="29697" y="1"/>
                </a:lnTo>
                <a:lnTo>
                  <a:pt x="34677" y="4978"/>
                </a:lnTo>
                <a:lnTo>
                  <a:pt x="51014" y="4978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5"/>
          <p:cNvSpPr/>
          <p:nvPr/>
        </p:nvSpPr>
        <p:spPr>
          <a:xfrm flipH="1">
            <a:off x="-594014" y="4492823"/>
            <a:ext cx="5349365" cy="449396"/>
          </a:xfrm>
          <a:custGeom>
            <a:avLst/>
            <a:gdLst/>
            <a:ahLst/>
            <a:cxnLst/>
            <a:rect l="l" t="t" r="r" b="b"/>
            <a:pathLst>
              <a:path w="56278" h="4728" fill="none" extrusionOk="0">
                <a:moveTo>
                  <a:pt x="0" y="4727"/>
                </a:moveTo>
                <a:lnTo>
                  <a:pt x="25536" y="4727"/>
                </a:lnTo>
                <a:lnTo>
                  <a:pt x="30262" y="1"/>
                </a:lnTo>
                <a:lnTo>
                  <a:pt x="56277" y="1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Principales necesidades</a:t>
            </a:r>
            <a:endParaRPr sz="3300"/>
          </a:p>
        </p:txBody>
      </p:sp>
      <p:sp>
        <p:nvSpPr>
          <p:cNvPr id="422" name="Google Shape;422;p8"/>
          <p:cNvSpPr txBox="1">
            <a:spLocks noGrp="1"/>
          </p:cNvSpPr>
          <p:nvPr>
            <p:ph type="subTitle" idx="1"/>
          </p:nvPr>
        </p:nvSpPr>
        <p:spPr>
          <a:xfrm>
            <a:off x="1723298" y="2062615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419" dirty="0"/>
              <a:t>Visibilidad profesional especializada</a:t>
            </a:r>
            <a:endParaRPr dirty="0"/>
          </a:p>
        </p:txBody>
      </p:sp>
      <p:sp>
        <p:nvSpPr>
          <p:cNvPr id="424" name="Google Shape;424;p8"/>
          <p:cNvSpPr txBox="1">
            <a:spLocks noGrp="1"/>
          </p:cNvSpPr>
          <p:nvPr>
            <p:ph type="subTitle" idx="3"/>
          </p:nvPr>
        </p:nvSpPr>
        <p:spPr>
          <a:xfrm>
            <a:off x="5320982" y="2190591"/>
            <a:ext cx="3461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419" dirty="0"/>
              <a:t>Fortalecimiento del </a:t>
            </a:r>
            <a:r>
              <a:rPr lang="es-419" dirty="0" err="1"/>
              <a:t>networking</a:t>
            </a:r>
            <a:r>
              <a:rPr lang="es-419" dirty="0"/>
              <a:t> informático</a:t>
            </a:r>
            <a:endParaRPr dirty="0"/>
          </a:p>
        </p:txBody>
      </p:sp>
      <p:sp>
        <p:nvSpPr>
          <p:cNvPr id="426" name="Google Shape;426;p8"/>
          <p:cNvSpPr txBox="1">
            <a:spLocks noGrp="1"/>
          </p:cNvSpPr>
          <p:nvPr>
            <p:ph type="subTitle" idx="5"/>
          </p:nvPr>
        </p:nvSpPr>
        <p:spPr>
          <a:xfrm>
            <a:off x="1723298" y="3531098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419" dirty="0"/>
              <a:t>Conexión directa con empresas</a:t>
            </a:r>
            <a:endParaRPr dirty="0"/>
          </a:p>
        </p:txBody>
      </p:sp>
      <p:sp>
        <p:nvSpPr>
          <p:cNvPr id="430" name="Google Shape;430;p8"/>
          <p:cNvSpPr/>
          <p:nvPr/>
        </p:nvSpPr>
        <p:spPr>
          <a:xfrm>
            <a:off x="978813" y="1835439"/>
            <a:ext cx="521220" cy="429788"/>
          </a:xfrm>
          <a:custGeom>
            <a:avLst/>
            <a:gdLst/>
            <a:ahLst/>
            <a:cxnLst/>
            <a:rect l="l" t="t" r="r" b="b"/>
            <a:pathLst>
              <a:path w="17168" h="19273" extrusionOk="0">
                <a:moveTo>
                  <a:pt x="15361" y="1130"/>
                </a:moveTo>
                <a:cubicBezTo>
                  <a:pt x="15671" y="1130"/>
                  <a:pt x="15924" y="1382"/>
                  <a:pt x="15924" y="1696"/>
                </a:cubicBezTo>
                <a:cubicBezTo>
                  <a:pt x="15924" y="2006"/>
                  <a:pt x="15671" y="2259"/>
                  <a:pt x="15361" y="2259"/>
                </a:cubicBezTo>
                <a:lnTo>
                  <a:pt x="1810" y="2259"/>
                </a:lnTo>
                <a:cubicBezTo>
                  <a:pt x="1497" y="2259"/>
                  <a:pt x="1244" y="2006"/>
                  <a:pt x="1244" y="1696"/>
                </a:cubicBezTo>
                <a:cubicBezTo>
                  <a:pt x="1244" y="1382"/>
                  <a:pt x="1497" y="1130"/>
                  <a:pt x="1810" y="1130"/>
                </a:cubicBezTo>
                <a:close/>
                <a:moveTo>
                  <a:pt x="15361" y="11332"/>
                </a:moveTo>
                <a:cubicBezTo>
                  <a:pt x="15671" y="11332"/>
                  <a:pt x="15924" y="11582"/>
                  <a:pt x="15924" y="11895"/>
                </a:cubicBezTo>
                <a:cubicBezTo>
                  <a:pt x="15924" y="12208"/>
                  <a:pt x="15671" y="12461"/>
                  <a:pt x="15361" y="12461"/>
                </a:cubicBezTo>
                <a:lnTo>
                  <a:pt x="1810" y="12461"/>
                </a:lnTo>
                <a:cubicBezTo>
                  <a:pt x="1497" y="12461"/>
                  <a:pt x="1244" y="12208"/>
                  <a:pt x="1244" y="11895"/>
                </a:cubicBezTo>
                <a:cubicBezTo>
                  <a:pt x="1244" y="11582"/>
                  <a:pt x="1497" y="11332"/>
                  <a:pt x="1810" y="11332"/>
                </a:cubicBezTo>
                <a:close/>
                <a:moveTo>
                  <a:pt x="1804" y="0"/>
                </a:moveTo>
                <a:cubicBezTo>
                  <a:pt x="982" y="0"/>
                  <a:pt x="277" y="593"/>
                  <a:pt x="139" y="1404"/>
                </a:cubicBezTo>
                <a:cubicBezTo>
                  <a:pt x="1" y="2217"/>
                  <a:pt x="467" y="3012"/>
                  <a:pt x="1244" y="3286"/>
                </a:cubicBezTo>
                <a:lnTo>
                  <a:pt x="1244" y="10305"/>
                </a:lnTo>
                <a:cubicBezTo>
                  <a:pt x="570" y="10543"/>
                  <a:pt x="118" y="11178"/>
                  <a:pt x="115" y="11895"/>
                </a:cubicBezTo>
                <a:cubicBezTo>
                  <a:pt x="115" y="12831"/>
                  <a:pt x="874" y="13587"/>
                  <a:pt x="1810" y="13590"/>
                </a:cubicBezTo>
                <a:lnTo>
                  <a:pt x="6752" y="13590"/>
                </a:lnTo>
                <a:lnTo>
                  <a:pt x="2518" y="18333"/>
                </a:lnTo>
                <a:cubicBezTo>
                  <a:pt x="2316" y="18565"/>
                  <a:pt x="2337" y="18914"/>
                  <a:pt x="2566" y="19122"/>
                </a:cubicBezTo>
                <a:cubicBezTo>
                  <a:pt x="2674" y="19218"/>
                  <a:pt x="2809" y="19266"/>
                  <a:pt x="2943" y="19266"/>
                </a:cubicBezTo>
                <a:cubicBezTo>
                  <a:pt x="3095" y="19266"/>
                  <a:pt x="3247" y="19205"/>
                  <a:pt x="3358" y="19086"/>
                </a:cubicBezTo>
                <a:lnTo>
                  <a:pt x="8020" y="13867"/>
                </a:lnTo>
                <a:lnTo>
                  <a:pt x="8020" y="18709"/>
                </a:lnTo>
                <a:cubicBezTo>
                  <a:pt x="8020" y="19019"/>
                  <a:pt x="8273" y="19272"/>
                  <a:pt x="8586" y="19272"/>
                </a:cubicBezTo>
                <a:cubicBezTo>
                  <a:pt x="8896" y="19272"/>
                  <a:pt x="9149" y="19019"/>
                  <a:pt x="9149" y="18709"/>
                </a:cubicBezTo>
                <a:lnTo>
                  <a:pt x="9149" y="13867"/>
                </a:lnTo>
                <a:lnTo>
                  <a:pt x="13810" y="19086"/>
                </a:lnTo>
                <a:cubicBezTo>
                  <a:pt x="13922" y="19203"/>
                  <a:pt x="14072" y="19263"/>
                  <a:pt x="14224" y="19263"/>
                </a:cubicBezTo>
                <a:cubicBezTo>
                  <a:pt x="14359" y="19263"/>
                  <a:pt x="14494" y="19215"/>
                  <a:pt x="14602" y="19119"/>
                </a:cubicBezTo>
                <a:cubicBezTo>
                  <a:pt x="14831" y="18914"/>
                  <a:pt x="14852" y="18562"/>
                  <a:pt x="14650" y="18330"/>
                </a:cubicBezTo>
                <a:lnTo>
                  <a:pt x="10417" y="13590"/>
                </a:lnTo>
                <a:lnTo>
                  <a:pt x="15361" y="13590"/>
                </a:lnTo>
                <a:cubicBezTo>
                  <a:pt x="16183" y="13590"/>
                  <a:pt x="16891" y="12997"/>
                  <a:pt x="17029" y="12184"/>
                </a:cubicBezTo>
                <a:cubicBezTo>
                  <a:pt x="17168" y="11374"/>
                  <a:pt x="16701" y="10579"/>
                  <a:pt x="15924" y="10305"/>
                </a:cubicBezTo>
                <a:lnTo>
                  <a:pt x="15924" y="3286"/>
                </a:lnTo>
                <a:cubicBezTo>
                  <a:pt x="16701" y="3012"/>
                  <a:pt x="17168" y="2217"/>
                  <a:pt x="17029" y="1404"/>
                </a:cubicBezTo>
                <a:cubicBezTo>
                  <a:pt x="16891" y="593"/>
                  <a:pt x="16187" y="0"/>
                  <a:pt x="15367" y="0"/>
                </a:cubicBezTo>
                <a:cubicBezTo>
                  <a:pt x="15365" y="0"/>
                  <a:pt x="15363" y="0"/>
                  <a:pt x="15361" y="0"/>
                </a:cubicBezTo>
                <a:lnTo>
                  <a:pt x="1810" y="0"/>
                </a:lnTo>
                <a:cubicBezTo>
                  <a:pt x="1808" y="0"/>
                  <a:pt x="1806" y="0"/>
                  <a:pt x="180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4" name="Google Shape;434;p8"/>
          <p:cNvGrpSpPr/>
          <p:nvPr/>
        </p:nvGrpSpPr>
        <p:grpSpPr>
          <a:xfrm>
            <a:off x="4725749" y="1835769"/>
            <a:ext cx="501113" cy="501124"/>
            <a:chOff x="898875" y="4399275"/>
            <a:chExt cx="483700" cy="481850"/>
          </a:xfrm>
        </p:grpSpPr>
        <p:sp>
          <p:nvSpPr>
            <p:cNvPr id="435" name="Google Shape;435;p8"/>
            <p:cNvSpPr/>
            <p:nvPr/>
          </p:nvSpPr>
          <p:spPr>
            <a:xfrm>
              <a:off x="992750" y="4642900"/>
              <a:ext cx="145300" cy="144100"/>
            </a:xfrm>
            <a:custGeom>
              <a:avLst/>
              <a:gdLst/>
              <a:ahLst/>
              <a:cxnLst/>
              <a:rect l="l" t="t" r="r" b="b"/>
              <a:pathLst>
                <a:path w="5812" h="5764" extrusionOk="0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8"/>
            <p:cNvSpPr/>
            <p:nvPr/>
          </p:nvSpPr>
          <p:spPr>
            <a:xfrm>
              <a:off x="1138025" y="4763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8"/>
            <p:cNvSpPr/>
            <p:nvPr/>
          </p:nvSpPr>
          <p:spPr>
            <a:xfrm>
              <a:off x="1269550" y="4399275"/>
              <a:ext cx="113025" cy="112125"/>
            </a:xfrm>
            <a:custGeom>
              <a:avLst/>
              <a:gdLst/>
              <a:ahLst/>
              <a:cxnLst/>
              <a:rect l="l" t="t" r="r" b="b"/>
              <a:pathLst>
                <a:path w="4521" h="4485" extrusionOk="0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8"/>
            <p:cNvSpPr/>
            <p:nvPr/>
          </p:nvSpPr>
          <p:spPr>
            <a:xfrm>
              <a:off x="1161975" y="4531175"/>
              <a:ext cx="91400" cy="84350"/>
            </a:xfrm>
            <a:custGeom>
              <a:avLst/>
              <a:gdLst/>
              <a:ahLst/>
              <a:cxnLst/>
              <a:rect l="l" t="t" r="r" b="b"/>
              <a:pathLst>
                <a:path w="3656" h="3374" extrusionOk="0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8"/>
            <p:cNvSpPr/>
            <p:nvPr/>
          </p:nvSpPr>
          <p:spPr>
            <a:xfrm>
              <a:off x="1031050" y="4411100"/>
              <a:ext cx="338650" cy="338725"/>
            </a:xfrm>
            <a:custGeom>
              <a:avLst/>
              <a:gdLst/>
              <a:ahLst/>
              <a:cxnLst/>
              <a:rect l="l" t="t" r="r" b="b"/>
              <a:pathLst>
                <a:path w="13546" h="13549" extrusionOk="0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8"/>
            <p:cNvSpPr/>
            <p:nvPr/>
          </p:nvSpPr>
          <p:spPr>
            <a:xfrm>
              <a:off x="1130500" y="4740450"/>
              <a:ext cx="108950" cy="111250"/>
            </a:xfrm>
            <a:custGeom>
              <a:avLst/>
              <a:gdLst/>
              <a:ahLst/>
              <a:cxnLst/>
              <a:rect l="l" t="t" r="r" b="b"/>
              <a:pathLst>
                <a:path w="4358" h="4450" extrusionOk="0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8"/>
            <p:cNvSpPr/>
            <p:nvPr/>
          </p:nvSpPr>
          <p:spPr>
            <a:xfrm>
              <a:off x="927325" y="4539825"/>
              <a:ext cx="114150" cy="109800"/>
            </a:xfrm>
            <a:custGeom>
              <a:avLst/>
              <a:gdLst/>
              <a:ahLst/>
              <a:cxnLst/>
              <a:rect l="l" t="t" r="r" b="b"/>
              <a:pathLst>
                <a:path w="4566" h="4392" extrusionOk="0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8"/>
            <p:cNvSpPr/>
            <p:nvPr/>
          </p:nvSpPr>
          <p:spPr>
            <a:xfrm>
              <a:off x="898875" y="4711550"/>
              <a:ext cx="170825" cy="169575"/>
            </a:xfrm>
            <a:custGeom>
              <a:avLst/>
              <a:gdLst/>
              <a:ahLst/>
              <a:cxnLst/>
              <a:rect l="l" t="t" r="r" b="b"/>
              <a:pathLst>
                <a:path w="6833" h="6783" extrusionOk="0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3" name="Google Shape;443;p8"/>
          <p:cNvGrpSpPr/>
          <p:nvPr/>
        </p:nvGrpSpPr>
        <p:grpSpPr>
          <a:xfrm>
            <a:off x="978812" y="3262465"/>
            <a:ext cx="521238" cy="429793"/>
            <a:chOff x="4456875" y="2635825"/>
            <a:chExt cx="481825" cy="451700"/>
          </a:xfrm>
        </p:grpSpPr>
        <p:sp>
          <p:nvSpPr>
            <p:cNvPr id="444" name="Google Shape;444;p8"/>
            <p:cNvSpPr/>
            <p:nvPr/>
          </p:nvSpPr>
          <p:spPr>
            <a:xfrm>
              <a:off x="4542475" y="3031050"/>
              <a:ext cx="189725" cy="56475"/>
            </a:xfrm>
            <a:custGeom>
              <a:avLst/>
              <a:gdLst/>
              <a:ahLst/>
              <a:cxnLst/>
              <a:rect l="l" t="t" r="r" b="b"/>
              <a:pathLst>
                <a:path w="7589" h="2259" extrusionOk="0">
                  <a:moveTo>
                    <a:pt x="2792" y="0"/>
                  </a:moveTo>
                  <a:lnTo>
                    <a:pt x="2415" y="1130"/>
                  </a:lnTo>
                  <a:lnTo>
                    <a:pt x="567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7" y="2259"/>
                  </a:cubicBezTo>
                  <a:lnTo>
                    <a:pt x="7589" y="2259"/>
                  </a:lnTo>
                  <a:cubicBezTo>
                    <a:pt x="7101" y="1831"/>
                    <a:pt x="6821" y="1214"/>
                    <a:pt x="6821" y="567"/>
                  </a:cubicBezTo>
                  <a:lnTo>
                    <a:pt x="68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8"/>
            <p:cNvSpPr/>
            <p:nvPr/>
          </p:nvSpPr>
          <p:spPr>
            <a:xfrm>
              <a:off x="4456875" y="2946350"/>
              <a:ext cx="256125" cy="56500"/>
            </a:xfrm>
            <a:custGeom>
              <a:avLst/>
              <a:gdLst/>
              <a:ahLst/>
              <a:cxnLst/>
              <a:rect l="l" t="t" r="r" b="b"/>
              <a:pathLst>
                <a:path w="10245" h="2260" extrusionOk="0">
                  <a:moveTo>
                    <a:pt x="1" y="1"/>
                  </a:moveTo>
                  <a:lnTo>
                    <a:pt x="1" y="567"/>
                  </a:lnTo>
                  <a:cubicBezTo>
                    <a:pt x="1" y="1500"/>
                    <a:pt x="756" y="2259"/>
                    <a:pt x="1693" y="2259"/>
                  </a:cubicBezTo>
                  <a:lnTo>
                    <a:pt x="10245" y="2259"/>
                  </a:lnTo>
                  <a:lnTo>
                    <a:pt x="102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8"/>
            <p:cNvSpPr/>
            <p:nvPr/>
          </p:nvSpPr>
          <p:spPr>
            <a:xfrm>
              <a:off x="4741225" y="2861675"/>
              <a:ext cx="169400" cy="141175"/>
            </a:xfrm>
            <a:custGeom>
              <a:avLst/>
              <a:gdLst/>
              <a:ahLst/>
              <a:cxnLst/>
              <a:rect l="l" t="t" r="r" b="b"/>
              <a:pathLst>
                <a:path w="6776" h="5647" extrusionOk="0">
                  <a:moveTo>
                    <a:pt x="0" y="0"/>
                  </a:moveTo>
                  <a:lnTo>
                    <a:pt x="0" y="5646"/>
                  </a:lnTo>
                  <a:lnTo>
                    <a:pt x="6775" y="5646"/>
                  </a:lnTo>
                  <a:lnTo>
                    <a:pt x="6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8"/>
            <p:cNvSpPr/>
            <p:nvPr/>
          </p:nvSpPr>
          <p:spPr>
            <a:xfrm>
              <a:off x="4741225" y="3031050"/>
              <a:ext cx="169400" cy="42400"/>
            </a:xfrm>
            <a:custGeom>
              <a:avLst/>
              <a:gdLst/>
              <a:ahLst/>
              <a:cxnLst/>
              <a:rect l="l" t="t" r="r" b="b"/>
              <a:pathLst>
                <a:path w="6776" h="1696" extrusionOk="0">
                  <a:moveTo>
                    <a:pt x="0" y="0"/>
                  </a:moveTo>
                  <a:lnTo>
                    <a:pt x="0" y="567"/>
                  </a:lnTo>
                  <a:cubicBezTo>
                    <a:pt x="0" y="1190"/>
                    <a:pt x="506" y="1696"/>
                    <a:pt x="1129" y="1696"/>
                  </a:cubicBezTo>
                  <a:lnTo>
                    <a:pt x="5646" y="1696"/>
                  </a:lnTo>
                  <a:cubicBezTo>
                    <a:pt x="6270" y="1696"/>
                    <a:pt x="6775" y="1190"/>
                    <a:pt x="6775" y="567"/>
                  </a:cubicBezTo>
                  <a:lnTo>
                    <a:pt x="67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8"/>
            <p:cNvSpPr/>
            <p:nvPr/>
          </p:nvSpPr>
          <p:spPr>
            <a:xfrm>
              <a:off x="4456875" y="2635825"/>
              <a:ext cx="481825" cy="282325"/>
            </a:xfrm>
            <a:custGeom>
              <a:avLst/>
              <a:gdLst/>
              <a:ahLst/>
              <a:cxnLst/>
              <a:rect l="l" t="t" r="r" b="b"/>
              <a:pathLst>
                <a:path w="19273" h="11293" extrusionOk="0">
                  <a:moveTo>
                    <a:pt x="1693" y="0"/>
                  </a:moveTo>
                  <a:cubicBezTo>
                    <a:pt x="756" y="0"/>
                    <a:pt x="1" y="759"/>
                    <a:pt x="1" y="1696"/>
                  </a:cubicBezTo>
                  <a:lnTo>
                    <a:pt x="1" y="11293"/>
                  </a:lnTo>
                  <a:lnTo>
                    <a:pt x="10245" y="11293"/>
                  </a:lnTo>
                  <a:lnTo>
                    <a:pt x="10245" y="7342"/>
                  </a:lnTo>
                  <a:cubicBezTo>
                    <a:pt x="10245" y="6092"/>
                    <a:pt x="11257" y="5083"/>
                    <a:pt x="12503" y="5083"/>
                  </a:cubicBezTo>
                  <a:lnTo>
                    <a:pt x="17020" y="5083"/>
                  </a:lnTo>
                  <a:cubicBezTo>
                    <a:pt x="18201" y="5083"/>
                    <a:pt x="19179" y="5993"/>
                    <a:pt x="19273" y="7167"/>
                  </a:cubicBezTo>
                  <a:lnTo>
                    <a:pt x="19273" y="1696"/>
                  </a:lnTo>
                  <a:cubicBezTo>
                    <a:pt x="19270" y="759"/>
                    <a:pt x="18514" y="0"/>
                    <a:pt x="175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8"/>
            <p:cNvSpPr/>
            <p:nvPr/>
          </p:nvSpPr>
          <p:spPr>
            <a:xfrm>
              <a:off x="4741225" y="2791125"/>
              <a:ext cx="169400" cy="42325"/>
            </a:xfrm>
            <a:custGeom>
              <a:avLst/>
              <a:gdLst/>
              <a:ahLst/>
              <a:cxnLst/>
              <a:rect l="l" t="t" r="r" b="b"/>
              <a:pathLst>
                <a:path w="6776" h="1693" extrusionOk="0">
                  <a:moveTo>
                    <a:pt x="1129" y="1"/>
                  </a:moveTo>
                  <a:cubicBezTo>
                    <a:pt x="506" y="1"/>
                    <a:pt x="0" y="503"/>
                    <a:pt x="0" y="1130"/>
                  </a:cubicBezTo>
                  <a:lnTo>
                    <a:pt x="0" y="1693"/>
                  </a:lnTo>
                  <a:lnTo>
                    <a:pt x="6775" y="1693"/>
                  </a:lnTo>
                  <a:lnTo>
                    <a:pt x="6775" y="1130"/>
                  </a:lnTo>
                  <a:cubicBezTo>
                    <a:pt x="6775" y="503"/>
                    <a:pt x="6270" y="1"/>
                    <a:pt x="56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51b705fa41_0_12"/>
          <p:cNvSpPr txBox="1">
            <a:spLocks noGrp="1"/>
          </p:cNvSpPr>
          <p:nvPr>
            <p:ph type="title"/>
          </p:nvPr>
        </p:nvSpPr>
        <p:spPr>
          <a:xfrm>
            <a:off x="5032007" y="2087433"/>
            <a:ext cx="3405000" cy="14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Solución</a:t>
            </a:r>
            <a:endParaRPr/>
          </a:p>
        </p:txBody>
      </p:sp>
      <p:sp>
        <p:nvSpPr>
          <p:cNvPr id="455" name="Google Shape;455;g251b705fa41_0_12"/>
          <p:cNvSpPr txBox="1">
            <a:spLocks noGrp="1"/>
          </p:cNvSpPr>
          <p:nvPr>
            <p:ph type="title" idx="2"/>
          </p:nvPr>
        </p:nvSpPr>
        <p:spPr>
          <a:xfrm>
            <a:off x="5032000" y="902513"/>
            <a:ext cx="1738200" cy="11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56" name="Google Shape;456;g251b705fa41_0_12"/>
          <p:cNvSpPr txBox="1">
            <a:spLocks noGrp="1"/>
          </p:cNvSpPr>
          <p:nvPr>
            <p:ph type="subTitle" idx="1"/>
          </p:nvPr>
        </p:nvSpPr>
        <p:spPr>
          <a:xfrm>
            <a:off x="5031999" y="3641900"/>
            <a:ext cx="3171900" cy="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Detalle del producto capaz de solventar los requerimientos</a:t>
            </a:r>
            <a:endParaRPr/>
          </a:p>
        </p:txBody>
      </p:sp>
      <p:pic>
        <p:nvPicPr>
          <p:cNvPr id="457" name="Google Shape;457;g251b705fa41_0_12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9851" r="9859"/>
          <a:stretch/>
        </p:blipFill>
        <p:spPr>
          <a:xfrm>
            <a:off x="-1492843" y="-102600"/>
            <a:ext cx="6443400" cy="53487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sp>
        <p:nvSpPr>
          <p:cNvPr id="458" name="Google Shape;458;g251b705fa41_0_12"/>
          <p:cNvSpPr/>
          <p:nvPr/>
        </p:nvSpPr>
        <p:spPr>
          <a:xfrm rot="10800000" flipH="1">
            <a:off x="-38737" y="4402672"/>
            <a:ext cx="9297685" cy="598895"/>
          </a:xfrm>
          <a:custGeom>
            <a:avLst/>
            <a:gdLst/>
            <a:ahLst/>
            <a:cxnLst/>
            <a:rect l="l" t="t" r="r" b="b"/>
            <a:pathLst>
              <a:path w="58499" h="3768" fill="none" extrusionOk="0">
                <a:moveTo>
                  <a:pt x="58499" y="2472"/>
                </a:moveTo>
                <a:lnTo>
                  <a:pt x="44663" y="2472"/>
                </a:lnTo>
                <a:lnTo>
                  <a:pt x="42191" y="0"/>
                </a:lnTo>
                <a:lnTo>
                  <a:pt x="27753" y="0"/>
                </a:lnTo>
                <a:lnTo>
                  <a:pt x="23986" y="3768"/>
                </a:lnTo>
                <a:lnTo>
                  <a:pt x="0" y="3768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251b705fa41_0_12"/>
          <p:cNvSpPr/>
          <p:nvPr/>
        </p:nvSpPr>
        <p:spPr>
          <a:xfrm rot="10800000">
            <a:off x="-222899" y="68701"/>
            <a:ext cx="9382824" cy="427048"/>
          </a:xfrm>
          <a:custGeom>
            <a:avLst/>
            <a:gdLst/>
            <a:ahLst/>
            <a:cxnLst/>
            <a:rect l="l" t="t" r="r" b="b"/>
            <a:pathLst>
              <a:path w="52272" h="2379" fill="none" extrusionOk="0">
                <a:moveTo>
                  <a:pt x="0" y="1"/>
                </a:moveTo>
                <a:lnTo>
                  <a:pt x="23309" y="1"/>
                </a:lnTo>
                <a:lnTo>
                  <a:pt x="25683" y="2378"/>
                </a:lnTo>
                <a:lnTo>
                  <a:pt x="52272" y="2378"/>
                </a:lnTo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51eaa9c813_0_352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Nuestro equipo</a:t>
            </a:r>
            <a:endParaRPr sz="3300"/>
          </a:p>
        </p:txBody>
      </p:sp>
      <p:sp>
        <p:nvSpPr>
          <p:cNvPr id="465" name="Google Shape;465;g251eaa9c813_0_352"/>
          <p:cNvSpPr txBox="1"/>
          <p:nvPr/>
        </p:nvSpPr>
        <p:spPr>
          <a:xfrm>
            <a:off x="666970" y="3135324"/>
            <a:ext cx="279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rgbClr val="FFFFFF"/>
                </a:solidFill>
                <a:latin typeface="Cambay"/>
                <a:ea typeface="Cambay"/>
                <a:cs typeface="Cambay"/>
                <a:sym typeface="Cambay"/>
              </a:rPr>
              <a:t>SEBASTIÁN NEIRA</a:t>
            </a:r>
            <a:endParaRPr sz="1800" b="1" i="0" u="none" strike="noStrike" cap="none" dirty="0">
              <a:solidFill>
                <a:srgbClr val="FFFFFF"/>
              </a:solidFill>
              <a:latin typeface="Cambay"/>
              <a:ea typeface="Cambay"/>
              <a:cs typeface="Cambay"/>
              <a:sym typeface="Cambay"/>
            </a:endParaRPr>
          </a:p>
        </p:txBody>
      </p:sp>
      <p:sp>
        <p:nvSpPr>
          <p:cNvPr id="466" name="Google Shape;466;g251eaa9c813_0_352"/>
          <p:cNvSpPr txBox="1"/>
          <p:nvPr/>
        </p:nvSpPr>
        <p:spPr>
          <a:xfrm>
            <a:off x="4578475" y="3135324"/>
            <a:ext cx="279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 dirty="0">
                <a:solidFill>
                  <a:srgbClr val="FFFFFF"/>
                </a:solidFill>
                <a:latin typeface="Cambay"/>
                <a:ea typeface="Cambay"/>
                <a:cs typeface="Cambay"/>
                <a:sym typeface="Cambay"/>
              </a:rPr>
              <a:t>RENATO VARELA</a:t>
            </a:r>
            <a:endParaRPr sz="1800" b="1" i="0" u="none" strike="noStrike" cap="none" dirty="0">
              <a:solidFill>
                <a:srgbClr val="FFFFFF"/>
              </a:solidFill>
              <a:latin typeface="Cambay"/>
              <a:ea typeface="Cambay"/>
              <a:cs typeface="Cambay"/>
              <a:sym typeface="Cambay"/>
            </a:endParaRPr>
          </a:p>
        </p:txBody>
      </p:sp>
      <p:sp>
        <p:nvSpPr>
          <p:cNvPr id="467" name="Google Shape;467;g251eaa9c813_0_352"/>
          <p:cNvSpPr txBox="1"/>
          <p:nvPr/>
        </p:nvSpPr>
        <p:spPr>
          <a:xfrm>
            <a:off x="673375" y="3318174"/>
            <a:ext cx="2797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Jefe de proyecto y desarrollador</a:t>
            </a:r>
            <a:endParaRPr sz="1400" b="0" i="0" u="none" strike="noStrike" cap="none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8" name="Google Shape;468;g251eaa9c813_0_352"/>
          <p:cNvSpPr txBox="1"/>
          <p:nvPr/>
        </p:nvSpPr>
        <p:spPr>
          <a:xfrm>
            <a:off x="4565526" y="3318174"/>
            <a:ext cx="2798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Analista programador computacional</a:t>
            </a:r>
            <a:endParaRPr sz="1400" b="0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71" name="Google Shape;471;g251eaa9c813_0_352"/>
          <p:cNvGrpSpPr/>
          <p:nvPr/>
        </p:nvGrpSpPr>
        <p:grpSpPr>
          <a:xfrm>
            <a:off x="5536857" y="1840590"/>
            <a:ext cx="867927" cy="1054384"/>
            <a:chOff x="581525" y="3358025"/>
            <a:chExt cx="157550" cy="191400"/>
          </a:xfrm>
        </p:grpSpPr>
        <p:sp>
          <p:nvSpPr>
            <p:cNvPr id="472" name="Google Shape;472;g251eaa9c813_0_352"/>
            <p:cNvSpPr/>
            <p:nvPr/>
          </p:nvSpPr>
          <p:spPr>
            <a:xfrm>
              <a:off x="616950" y="3358025"/>
              <a:ext cx="89025" cy="86650"/>
            </a:xfrm>
            <a:custGeom>
              <a:avLst/>
              <a:gdLst/>
              <a:ahLst/>
              <a:cxnLst/>
              <a:rect l="l" t="t" r="r" b="b"/>
              <a:pathLst>
                <a:path w="3561" h="3466" extrusionOk="0">
                  <a:moveTo>
                    <a:pt x="1797" y="0"/>
                  </a:moveTo>
                  <a:cubicBezTo>
                    <a:pt x="789" y="0"/>
                    <a:pt x="1" y="788"/>
                    <a:pt x="1" y="1733"/>
                  </a:cubicBezTo>
                  <a:cubicBezTo>
                    <a:pt x="1" y="2710"/>
                    <a:pt x="789" y="3466"/>
                    <a:pt x="1797" y="3466"/>
                  </a:cubicBezTo>
                  <a:cubicBezTo>
                    <a:pt x="2773" y="3466"/>
                    <a:pt x="3561" y="2710"/>
                    <a:pt x="3561" y="1733"/>
                  </a:cubicBezTo>
                  <a:cubicBezTo>
                    <a:pt x="3561" y="788"/>
                    <a:pt x="2773" y="0"/>
                    <a:pt x="17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g251eaa9c813_0_352"/>
            <p:cNvSpPr/>
            <p:nvPr/>
          </p:nvSpPr>
          <p:spPr>
            <a:xfrm>
              <a:off x="581525" y="3440725"/>
              <a:ext cx="157550" cy="108700"/>
            </a:xfrm>
            <a:custGeom>
              <a:avLst/>
              <a:gdLst/>
              <a:ahLst/>
              <a:cxnLst/>
              <a:rect l="l" t="t" r="r" b="b"/>
              <a:pathLst>
                <a:path w="6302" h="4348" extrusionOk="0">
                  <a:moveTo>
                    <a:pt x="1355" y="0"/>
                  </a:moveTo>
                  <a:cubicBezTo>
                    <a:pt x="567" y="567"/>
                    <a:pt x="0" y="1513"/>
                    <a:pt x="0" y="2584"/>
                  </a:cubicBezTo>
                  <a:lnTo>
                    <a:pt x="0" y="4001"/>
                  </a:lnTo>
                  <a:cubicBezTo>
                    <a:pt x="63" y="4190"/>
                    <a:pt x="221" y="4348"/>
                    <a:pt x="410" y="4348"/>
                  </a:cubicBezTo>
                  <a:lnTo>
                    <a:pt x="5955" y="4348"/>
                  </a:lnTo>
                  <a:cubicBezTo>
                    <a:pt x="6144" y="4348"/>
                    <a:pt x="6301" y="4190"/>
                    <a:pt x="6301" y="4001"/>
                  </a:cubicBezTo>
                  <a:lnTo>
                    <a:pt x="6301" y="2584"/>
                  </a:lnTo>
                  <a:cubicBezTo>
                    <a:pt x="6301" y="1513"/>
                    <a:pt x="5797" y="599"/>
                    <a:pt x="4978" y="0"/>
                  </a:cubicBezTo>
                  <a:cubicBezTo>
                    <a:pt x="4537" y="536"/>
                    <a:pt x="3875" y="851"/>
                    <a:pt x="3151" y="851"/>
                  </a:cubicBezTo>
                  <a:cubicBezTo>
                    <a:pt x="2458" y="851"/>
                    <a:pt x="1796" y="536"/>
                    <a:pt x="1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4" name="Google Shape;474;g251eaa9c813_0_352"/>
          <p:cNvGrpSpPr/>
          <p:nvPr/>
        </p:nvGrpSpPr>
        <p:grpSpPr>
          <a:xfrm>
            <a:off x="1631757" y="1840590"/>
            <a:ext cx="867927" cy="1054384"/>
            <a:chOff x="581525" y="3358025"/>
            <a:chExt cx="157550" cy="191400"/>
          </a:xfrm>
        </p:grpSpPr>
        <p:sp>
          <p:nvSpPr>
            <p:cNvPr id="475" name="Google Shape;475;g251eaa9c813_0_352"/>
            <p:cNvSpPr/>
            <p:nvPr/>
          </p:nvSpPr>
          <p:spPr>
            <a:xfrm>
              <a:off x="616950" y="3358025"/>
              <a:ext cx="89025" cy="86650"/>
            </a:xfrm>
            <a:custGeom>
              <a:avLst/>
              <a:gdLst/>
              <a:ahLst/>
              <a:cxnLst/>
              <a:rect l="l" t="t" r="r" b="b"/>
              <a:pathLst>
                <a:path w="3561" h="3466" extrusionOk="0">
                  <a:moveTo>
                    <a:pt x="1797" y="0"/>
                  </a:moveTo>
                  <a:cubicBezTo>
                    <a:pt x="789" y="0"/>
                    <a:pt x="1" y="788"/>
                    <a:pt x="1" y="1733"/>
                  </a:cubicBezTo>
                  <a:cubicBezTo>
                    <a:pt x="1" y="2710"/>
                    <a:pt x="789" y="3466"/>
                    <a:pt x="1797" y="3466"/>
                  </a:cubicBezTo>
                  <a:cubicBezTo>
                    <a:pt x="2773" y="3466"/>
                    <a:pt x="3561" y="2710"/>
                    <a:pt x="3561" y="1733"/>
                  </a:cubicBezTo>
                  <a:cubicBezTo>
                    <a:pt x="3561" y="788"/>
                    <a:pt x="2773" y="0"/>
                    <a:pt x="17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g251eaa9c813_0_352"/>
            <p:cNvSpPr/>
            <p:nvPr/>
          </p:nvSpPr>
          <p:spPr>
            <a:xfrm>
              <a:off x="581525" y="3440725"/>
              <a:ext cx="157550" cy="108700"/>
            </a:xfrm>
            <a:custGeom>
              <a:avLst/>
              <a:gdLst/>
              <a:ahLst/>
              <a:cxnLst/>
              <a:rect l="l" t="t" r="r" b="b"/>
              <a:pathLst>
                <a:path w="6302" h="4348" extrusionOk="0">
                  <a:moveTo>
                    <a:pt x="1355" y="0"/>
                  </a:moveTo>
                  <a:cubicBezTo>
                    <a:pt x="567" y="567"/>
                    <a:pt x="0" y="1513"/>
                    <a:pt x="0" y="2584"/>
                  </a:cubicBezTo>
                  <a:lnTo>
                    <a:pt x="0" y="4001"/>
                  </a:lnTo>
                  <a:cubicBezTo>
                    <a:pt x="63" y="4190"/>
                    <a:pt x="221" y="4348"/>
                    <a:pt x="410" y="4348"/>
                  </a:cubicBezTo>
                  <a:lnTo>
                    <a:pt x="5955" y="4348"/>
                  </a:lnTo>
                  <a:cubicBezTo>
                    <a:pt x="6144" y="4348"/>
                    <a:pt x="6301" y="4190"/>
                    <a:pt x="6301" y="4001"/>
                  </a:cubicBezTo>
                  <a:lnTo>
                    <a:pt x="6301" y="2584"/>
                  </a:lnTo>
                  <a:cubicBezTo>
                    <a:pt x="6301" y="1513"/>
                    <a:pt x="5797" y="599"/>
                    <a:pt x="4978" y="0"/>
                  </a:cubicBezTo>
                  <a:cubicBezTo>
                    <a:pt x="4537" y="536"/>
                    <a:pt x="3875" y="851"/>
                    <a:pt x="3151" y="851"/>
                  </a:cubicBezTo>
                  <a:cubicBezTo>
                    <a:pt x="2458" y="851"/>
                    <a:pt x="1796" y="536"/>
                    <a:pt x="13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"/>
          <p:cNvSpPr/>
          <p:nvPr/>
        </p:nvSpPr>
        <p:spPr>
          <a:xfrm>
            <a:off x="-482850" y="3916988"/>
            <a:ext cx="1130850" cy="676700"/>
          </a:xfrm>
          <a:custGeom>
            <a:avLst/>
            <a:gdLst/>
            <a:ahLst/>
            <a:cxnLst/>
            <a:rect l="l" t="t" r="r" b="b"/>
            <a:pathLst>
              <a:path w="45234" h="27068" extrusionOk="0">
                <a:moveTo>
                  <a:pt x="6867" y="0"/>
                </a:moveTo>
                <a:lnTo>
                  <a:pt x="0" y="26756"/>
                </a:lnTo>
                <a:lnTo>
                  <a:pt x="38270" y="27068"/>
                </a:lnTo>
                <a:lnTo>
                  <a:pt x="45234" y="95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85" name="Google Shape;485;p6"/>
          <p:cNvSpPr/>
          <p:nvPr/>
        </p:nvSpPr>
        <p:spPr>
          <a:xfrm>
            <a:off x="-1104621" y="4278886"/>
            <a:ext cx="7364863" cy="335201"/>
          </a:xfrm>
          <a:custGeom>
            <a:avLst/>
            <a:gdLst/>
            <a:ahLst/>
            <a:cxnLst/>
            <a:rect l="l" t="t" r="r" b="b"/>
            <a:pathLst>
              <a:path w="52272" h="2379" fill="none" extrusionOk="0">
                <a:moveTo>
                  <a:pt x="0" y="1"/>
                </a:moveTo>
                <a:lnTo>
                  <a:pt x="23309" y="1"/>
                </a:lnTo>
                <a:lnTo>
                  <a:pt x="25683" y="2378"/>
                </a:lnTo>
                <a:lnTo>
                  <a:pt x="52272" y="2378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6"/>
          <p:cNvSpPr txBox="1">
            <a:spLocks noGrp="1"/>
          </p:cNvSpPr>
          <p:nvPr>
            <p:ph type="title"/>
          </p:nvPr>
        </p:nvSpPr>
        <p:spPr>
          <a:xfrm>
            <a:off x="529300" y="577050"/>
            <a:ext cx="24699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dirty="0"/>
              <a:t>Infotex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11B094-66EE-B046-225B-A70D4369626D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1306215" y="1155150"/>
            <a:ext cx="653157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Especialización</a:t>
            </a:r>
            <a:r>
              <a:rPr kumimoji="0" lang="es-419" altLang="es-419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enfocada exclusivamente en el área informática.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Conexión</a:t>
            </a:r>
            <a:r>
              <a:rPr kumimoji="0" lang="es-419" altLang="es-419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vincula profesionales, estudiantes y empresas del sector tecnológico.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Visibilidad</a:t>
            </a:r>
            <a:r>
              <a:rPr kumimoji="0" lang="es-419" altLang="es-419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permite destacar competencias técnicas y proyectos.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Empleabilidad</a:t>
            </a:r>
            <a:r>
              <a:rPr kumimoji="0" lang="es-419" altLang="es-419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facilita el acceso a ofertas laborales y prácticas.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Comunidad</a:t>
            </a:r>
            <a:r>
              <a:rPr kumimoji="0" lang="es-419" altLang="es-419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fomenta </a:t>
            </a:r>
            <a:r>
              <a:rPr kumimoji="0" lang="es-419" altLang="es-419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networking</a:t>
            </a:r>
            <a:r>
              <a:rPr kumimoji="0" lang="es-419" altLang="es-419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colaboración en informática.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51b705fa41_0_326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dirty="0"/>
              <a:t>Roles de Infotex</a:t>
            </a:r>
            <a:endParaRPr dirty="0"/>
          </a:p>
        </p:txBody>
      </p:sp>
      <p:sp>
        <p:nvSpPr>
          <p:cNvPr id="523" name="Google Shape;523;g251b705fa41_0_326"/>
          <p:cNvSpPr/>
          <p:nvPr/>
        </p:nvSpPr>
        <p:spPr>
          <a:xfrm>
            <a:off x="1190025" y="1651725"/>
            <a:ext cx="2406300" cy="44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rPr>
              <a:t>Invitado</a:t>
            </a:r>
            <a:endParaRPr sz="1800" b="1" i="0" u="none" strike="noStrike" cap="none">
              <a:solidFill>
                <a:schemeClr val="lt2"/>
              </a:solidFill>
              <a:latin typeface="Cambay"/>
              <a:ea typeface="Cambay"/>
              <a:cs typeface="Cambay"/>
              <a:sym typeface="Cambay"/>
            </a:endParaRPr>
          </a:p>
        </p:txBody>
      </p:sp>
      <p:grpSp>
        <p:nvGrpSpPr>
          <p:cNvPr id="524" name="Google Shape;524;g251b705fa41_0_326"/>
          <p:cNvGrpSpPr/>
          <p:nvPr/>
        </p:nvGrpSpPr>
        <p:grpSpPr>
          <a:xfrm>
            <a:off x="1749025" y="2263200"/>
            <a:ext cx="2406300" cy="441013"/>
            <a:chOff x="2581250" y="2156575"/>
            <a:chExt cx="2406300" cy="441013"/>
          </a:xfrm>
        </p:grpSpPr>
        <p:sp>
          <p:nvSpPr>
            <p:cNvPr id="525" name="Google Shape;525;g251b705fa41_0_326"/>
            <p:cNvSpPr/>
            <p:nvPr/>
          </p:nvSpPr>
          <p:spPr>
            <a:xfrm>
              <a:off x="4546550" y="2156575"/>
              <a:ext cx="441000" cy="441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g251b705fa41_0_326"/>
            <p:cNvSpPr/>
            <p:nvPr/>
          </p:nvSpPr>
          <p:spPr>
            <a:xfrm>
              <a:off x="2581250" y="2156588"/>
              <a:ext cx="2406300" cy="441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lt2"/>
                  </a:solidFill>
                  <a:latin typeface="Cambay"/>
                  <a:ea typeface="Cambay"/>
                  <a:cs typeface="Cambay"/>
                  <a:sym typeface="Cambay"/>
                </a:rPr>
                <a:t>Usuario</a:t>
              </a:r>
              <a:endParaRPr sz="1800" b="0" i="0" u="none" strike="noStrike" cap="non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527" name="Google Shape;527;g251b705fa41_0_326"/>
          <p:cNvGrpSpPr/>
          <p:nvPr/>
        </p:nvGrpSpPr>
        <p:grpSpPr>
          <a:xfrm>
            <a:off x="2308025" y="2874700"/>
            <a:ext cx="2406300" cy="441025"/>
            <a:chOff x="3368850" y="2825225"/>
            <a:chExt cx="2406300" cy="441025"/>
          </a:xfrm>
        </p:grpSpPr>
        <p:sp>
          <p:nvSpPr>
            <p:cNvPr id="528" name="Google Shape;528;g251b705fa41_0_326"/>
            <p:cNvSpPr/>
            <p:nvPr/>
          </p:nvSpPr>
          <p:spPr>
            <a:xfrm>
              <a:off x="5334150" y="2825250"/>
              <a:ext cx="441000" cy="441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g251b705fa41_0_326"/>
            <p:cNvSpPr/>
            <p:nvPr/>
          </p:nvSpPr>
          <p:spPr>
            <a:xfrm>
              <a:off x="3368850" y="2825225"/>
              <a:ext cx="2406300" cy="441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dirty="0">
                  <a:solidFill>
                    <a:schemeClr val="lt2"/>
                  </a:solidFill>
                  <a:latin typeface="Cambay"/>
                  <a:ea typeface="Bebas Neue"/>
                  <a:cs typeface="Cambay"/>
                  <a:sym typeface="Cambay"/>
                </a:rPr>
                <a:t>Reclutador</a:t>
              </a:r>
              <a:endParaRPr sz="1800" b="0" i="0" u="none" strike="noStrike" cap="none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grpSp>
        <p:nvGrpSpPr>
          <p:cNvPr id="530" name="Google Shape;530;g251b705fa41_0_326"/>
          <p:cNvGrpSpPr/>
          <p:nvPr/>
        </p:nvGrpSpPr>
        <p:grpSpPr>
          <a:xfrm>
            <a:off x="2867025" y="3486188"/>
            <a:ext cx="2406300" cy="441012"/>
            <a:chOff x="4156450" y="3493863"/>
            <a:chExt cx="2406300" cy="441012"/>
          </a:xfrm>
        </p:grpSpPr>
        <p:sp>
          <p:nvSpPr>
            <p:cNvPr id="531" name="Google Shape;531;g251b705fa41_0_326"/>
            <p:cNvSpPr/>
            <p:nvPr/>
          </p:nvSpPr>
          <p:spPr>
            <a:xfrm>
              <a:off x="6121750" y="3493875"/>
              <a:ext cx="441000" cy="441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g251b705fa41_0_326"/>
            <p:cNvSpPr/>
            <p:nvPr/>
          </p:nvSpPr>
          <p:spPr>
            <a:xfrm>
              <a:off x="4156450" y="3493863"/>
              <a:ext cx="2406300" cy="441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1" i="0" u="none" strike="noStrike" cap="none">
                  <a:solidFill>
                    <a:schemeClr val="lt2"/>
                  </a:solidFill>
                  <a:latin typeface="Cambay"/>
                  <a:ea typeface="Cambay"/>
                  <a:cs typeface="Cambay"/>
                  <a:sym typeface="Cambay"/>
                </a:rPr>
                <a:t>Administrador</a:t>
              </a:r>
              <a:endParaRPr sz="1800" b="0" i="0" u="none" strike="noStrike" cap="non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endParaRPr>
            </a:p>
          </p:txBody>
        </p:sp>
      </p:grpSp>
      <p:cxnSp>
        <p:nvCxnSpPr>
          <p:cNvPr id="533" name="Google Shape;533;g251b705fa41_0_326"/>
          <p:cNvCxnSpPr>
            <a:stCxn id="523" idx="3"/>
            <a:endCxn id="525" idx="0"/>
          </p:cNvCxnSpPr>
          <p:nvPr/>
        </p:nvCxnSpPr>
        <p:spPr>
          <a:xfrm>
            <a:off x="3596325" y="1872225"/>
            <a:ext cx="338400" cy="3909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4" name="Google Shape;534;g251b705fa41_0_326"/>
          <p:cNvCxnSpPr>
            <a:stCxn id="525" idx="3"/>
            <a:endCxn id="528" idx="0"/>
          </p:cNvCxnSpPr>
          <p:nvPr/>
        </p:nvCxnSpPr>
        <p:spPr>
          <a:xfrm>
            <a:off x="4155325" y="2483700"/>
            <a:ext cx="338400" cy="3909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5" name="Google Shape;535;g251b705fa41_0_326"/>
          <p:cNvCxnSpPr>
            <a:stCxn id="528" idx="3"/>
            <a:endCxn id="531" idx="0"/>
          </p:cNvCxnSpPr>
          <p:nvPr/>
        </p:nvCxnSpPr>
        <p:spPr>
          <a:xfrm>
            <a:off x="4714325" y="3095225"/>
            <a:ext cx="338400" cy="3909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6" name="Google Shape;536;g251b705fa41_0_326"/>
          <p:cNvSpPr txBox="1"/>
          <p:nvPr/>
        </p:nvSpPr>
        <p:spPr>
          <a:xfrm>
            <a:off x="4014025" y="1651725"/>
            <a:ext cx="2263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Visualización limitada</a:t>
            </a: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7" name="Google Shape;537;g251b705fa41_0_326"/>
          <p:cNvSpPr txBox="1"/>
          <p:nvPr/>
        </p:nvSpPr>
        <p:spPr>
          <a:xfrm>
            <a:off x="4573025" y="2263200"/>
            <a:ext cx="2263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Acceso e interacción con el sistema</a:t>
            </a: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8" name="Google Shape;538;g251b705fa41_0_326"/>
          <p:cNvSpPr txBox="1"/>
          <p:nvPr/>
        </p:nvSpPr>
        <p:spPr>
          <a:xfrm>
            <a:off x="5131925" y="2874675"/>
            <a:ext cx="2263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Acceso a </a:t>
            </a:r>
            <a:r>
              <a:rPr lang="en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posting de oportunidades laborales</a:t>
            </a:r>
            <a:endParaRPr sz="1400" b="0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9" name="Google Shape;539;g251b705fa41_0_326"/>
          <p:cNvSpPr txBox="1"/>
          <p:nvPr/>
        </p:nvSpPr>
        <p:spPr>
          <a:xfrm>
            <a:off x="5690925" y="3486150"/>
            <a:ext cx="32331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Interacciones básicas con el sistema y administración de acciones</a:t>
            </a: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82;p7">
            <a:extLst>
              <a:ext uri="{FF2B5EF4-FFF2-40B4-BE49-F238E27FC236}">
                <a16:creationId xmlns:a16="http://schemas.microsoft.com/office/drawing/2014/main" id="{EFDBE02A-17B9-6A36-5693-1B2CFF2580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4925" y="540650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Herramientas</a:t>
            </a:r>
            <a:endParaRPr sz="33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FC82D0B-C49E-02A3-72E9-388406D6F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411" y="2510314"/>
            <a:ext cx="1923800" cy="192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racle Cloud Logo and symbol, meaning, history, PNG, brand">
            <a:extLst>
              <a:ext uri="{FF2B5EF4-FFF2-40B4-BE49-F238E27FC236}">
                <a16:creationId xmlns:a16="http://schemas.microsoft.com/office/drawing/2014/main" id="{DD8EDD77-D8F0-B510-756E-25A0CD44D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939" y="1137952"/>
            <a:ext cx="2691547" cy="1513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ypeScript - Wikipedia, la enciclopedia libre">
            <a:extLst>
              <a:ext uri="{FF2B5EF4-FFF2-40B4-BE49-F238E27FC236}">
                <a16:creationId xmlns:a16="http://schemas.microsoft.com/office/drawing/2014/main" id="{4251CC4D-84AE-9304-B9DE-0716D0D4B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8887" y="1315871"/>
            <a:ext cx="1441568" cy="1441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"/>
          <p:cNvSpPr txBox="1">
            <a:spLocks noGrp="1"/>
          </p:cNvSpPr>
          <p:nvPr>
            <p:ph type="title"/>
          </p:nvPr>
        </p:nvSpPr>
        <p:spPr>
          <a:xfrm>
            <a:off x="584925" y="540650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Estrategias de planificación</a:t>
            </a:r>
            <a:endParaRPr sz="3300" dirty="0"/>
          </a:p>
        </p:txBody>
      </p:sp>
      <p:graphicFrame>
        <p:nvGraphicFramePr>
          <p:cNvPr id="583" name="Google Shape;583;p7"/>
          <p:cNvGraphicFramePr/>
          <p:nvPr/>
        </p:nvGraphicFramePr>
        <p:xfrm>
          <a:off x="714663" y="1442470"/>
          <a:ext cx="7714675" cy="2745800"/>
        </p:xfrm>
        <a:graphic>
          <a:graphicData uri="http://schemas.openxmlformats.org/drawingml/2006/table">
            <a:tbl>
              <a:tblPr>
                <a:noFill/>
                <a:tableStyleId>{58747035-55D5-4EA7-BAE2-62FC1A103C19}</a:tableStyleId>
              </a:tblPr>
              <a:tblGrid>
                <a:gridCol w="49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8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3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3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3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3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3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3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3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3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32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3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32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132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43225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lt2"/>
                          </a:solidFill>
                          <a:latin typeface="Cambay"/>
                          <a:ea typeface="Cambay"/>
                          <a:cs typeface="Cambay"/>
                          <a:sym typeface="Cambay"/>
                        </a:rPr>
                        <a:t>Etapa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Cambay"/>
                        <a:ea typeface="Cambay"/>
                        <a:cs typeface="Cambay"/>
                        <a:sym typeface="Camb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lt2"/>
                          </a:solidFill>
                          <a:latin typeface="Cambay"/>
                          <a:ea typeface="Cambay"/>
                          <a:cs typeface="Cambay"/>
                          <a:sym typeface="Cambay"/>
                        </a:rPr>
                        <a:t>Semana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Cambay"/>
                        <a:ea typeface="Cambay"/>
                        <a:cs typeface="Cambay"/>
                        <a:sym typeface="Camb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lt2"/>
                          </a:solidFill>
                          <a:latin typeface="Cambay"/>
                          <a:ea typeface="Cambay"/>
                          <a:cs typeface="Cambay"/>
                          <a:sym typeface="Cambay"/>
                        </a:rPr>
                        <a:t>1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Cambay"/>
                        <a:ea typeface="Cambay"/>
                        <a:cs typeface="Cambay"/>
                        <a:sym typeface="Camb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lt2"/>
                          </a:solidFill>
                          <a:latin typeface="Cambay"/>
                          <a:ea typeface="Cambay"/>
                          <a:cs typeface="Cambay"/>
                          <a:sym typeface="Cambay"/>
                        </a:rPr>
                        <a:t>2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Cambay"/>
                        <a:ea typeface="Cambay"/>
                        <a:cs typeface="Cambay"/>
                        <a:sym typeface="Camb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lt2"/>
                          </a:solidFill>
                          <a:latin typeface="Cambay"/>
                          <a:ea typeface="Cambay"/>
                          <a:cs typeface="Cambay"/>
                          <a:sym typeface="Cambay"/>
                        </a:rPr>
                        <a:t>3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Cambay"/>
                        <a:ea typeface="Cambay"/>
                        <a:cs typeface="Cambay"/>
                        <a:sym typeface="Camb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lt2"/>
                          </a:solidFill>
                          <a:latin typeface="Cambay"/>
                          <a:ea typeface="Cambay"/>
                          <a:cs typeface="Cambay"/>
                          <a:sym typeface="Cambay"/>
                        </a:rPr>
                        <a:t>4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Cambay"/>
                        <a:ea typeface="Cambay"/>
                        <a:cs typeface="Cambay"/>
                        <a:sym typeface="Camb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lt2"/>
                          </a:solidFill>
                          <a:latin typeface="Cambay"/>
                          <a:ea typeface="Cambay"/>
                          <a:cs typeface="Cambay"/>
                          <a:sym typeface="Cambay"/>
                        </a:rPr>
                        <a:t>5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Cambay"/>
                        <a:ea typeface="Cambay"/>
                        <a:cs typeface="Cambay"/>
                        <a:sym typeface="Camb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lt2"/>
                          </a:solidFill>
                          <a:latin typeface="Cambay"/>
                          <a:ea typeface="Cambay"/>
                          <a:cs typeface="Cambay"/>
                          <a:sym typeface="Cambay"/>
                        </a:rPr>
                        <a:t>9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Cambay"/>
                        <a:ea typeface="Cambay"/>
                        <a:cs typeface="Cambay"/>
                        <a:sym typeface="Camb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lt2"/>
                          </a:solidFill>
                          <a:latin typeface="Cambay"/>
                          <a:ea typeface="Cambay"/>
                          <a:cs typeface="Cambay"/>
                          <a:sym typeface="Cambay"/>
                        </a:rPr>
                        <a:t>10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Cambay"/>
                        <a:ea typeface="Cambay"/>
                        <a:cs typeface="Cambay"/>
                        <a:sym typeface="Camb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lt2"/>
                          </a:solidFill>
                          <a:latin typeface="Cambay"/>
                          <a:ea typeface="Cambay"/>
                          <a:cs typeface="Cambay"/>
                          <a:sym typeface="Cambay"/>
                        </a:rPr>
                        <a:t>12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Cambay"/>
                        <a:ea typeface="Cambay"/>
                        <a:cs typeface="Cambay"/>
                        <a:sym typeface="Camb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lt2"/>
                          </a:solidFill>
                          <a:latin typeface="Cambay"/>
                          <a:ea typeface="Cambay"/>
                          <a:cs typeface="Cambay"/>
                          <a:sym typeface="Cambay"/>
                        </a:rPr>
                        <a:t>13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Cambay"/>
                        <a:ea typeface="Cambay"/>
                        <a:cs typeface="Cambay"/>
                        <a:sym typeface="Camb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lt2"/>
                          </a:solidFill>
                          <a:latin typeface="Cambay"/>
                          <a:ea typeface="Cambay"/>
                          <a:cs typeface="Cambay"/>
                          <a:sym typeface="Cambay"/>
                        </a:rPr>
                        <a:t>15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Cambay"/>
                        <a:ea typeface="Cambay"/>
                        <a:cs typeface="Cambay"/>
                        <a:sym typeface="Camb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lt2"/>
                          </a:solidFill>
                          <a:latin typeface="Cambay"/>
                          <a:ea typeface="Cambay"/>
                          <a:cs typeface="Cambay"/>
                          <a:sym typeface="Cambay"/>
                        </a:rPr>
                        <a:t>16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Cambay"/>
                        <a:ea typeface="Cambay"/>
                        <a:cs typeface="Cambay"/>
                        <a:sym typeface="Camb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solidFill>
                            <a:schemeClr val="lt2"/>
                          </a:solidFill>
                          <a:latin typeface="Cambay"/>
                          <a:ea typeface="Cambay"/>
                          <a:cs typeface="Cambay"/>
                          <a:sym typeface="Cambay"/>
                        </a:rPr>
                        <a:t>18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Cambay"/>
                        <a:ea typeface="Cambay"/>
                        <a:cs typeface="Cambay"/>
                        <a:sym typeface="Camb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225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2"/>
                          </a:solidFill>
                          <a:latin typeface="Cambay"/>
                          <a:ea typeface="Cambay"/>
                          <a:cs typeface="Cambay"/>
                          <a:sym typeface="Cambay"/>
                        </a:rPr>
                        <a:t>1. Análisis</a:t>
                      </a:r>
                      <a:endParaRPr sz="1200" b="1" u="none" strike="noStrike" cap="none">
                        <a:solidFill>
                          <a:schemeClr val="lt2"/>
                        </a:solidFill>
                        <a:latin typeface="Cambay"/>
                        <a:ea typeface="Cambay"/>
                        <a:cs typeface="Cambay"/>
                        <a:sym typeface="Camb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rowSpan="7" gridSpan="1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225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2"/>
                          </a:solidFill>
                          <a:latin typeface="Cambay"/>
                          <a:ea typeface="Cambay"/>
                          <a:cs typeface="Cambay"/>
                          <a:sym typeface="Cambay"/>
                        </a:rPr>
                        <a:t>2. Investigación</a:t>
                      </a:r>
                      <a:endParaRPr sz="1200" b="1" u="none" strike="noStrike" cap="none">
                        <a:solidFill>
                          <a:schemeClr val="lt2"/>
                        </a:solidFill>
                        <a:latin typeface="Cambay"/>
                        <a:ea typeface="Cambay"/>
                        <a:cs typeface="Cambay"/>
                        <a:sym typeface="Camb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gridSpan="13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225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2"/>
                          </a:solidFill>
                          <a:latin typeface="Cambay"/>
                          <a:ea typeface="Cambay"/>
                          <a:cs typeface="Cambay"/>
                          <a:sym typeface="Cambay"/>
                        </a:rPr>
                        <a:t>3. Diseño</a:t>
                      </a:r>
                      <a:endParaRPr sz="1200" b="1" u="none" strike="noStrike" cap="none">
                        <a:solidFill>
                          <a:schemeClr val="lt2"/>
                        </a:solidFill>
                        <a:latin typeface="Cambay"/>
                        <a:ea typeface="Cambay"/>
                        <a:cs typeface="Cambay"/>
                        <a:sym typeface="Camb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gridSpan="13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225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2"/>
                          </a:solidFill>
                          <a:latin typeface="Cambay"/>
                          <a:ea typeface="Cambay"/>
                          <a:cs typeface="Cambay"/>
                          <a:sym typeface="Cambay"/>
                        </a:rPr>
                        <a:t>4. Sprint 01</a:t>
                      </a:r>
                      <a:endParaRPr sz="1200" b="1" u="none" strike="noStrike" cap="none">
                        <a:solidFill>
                          <a:schemeClr val="lt2"/>
                        </a:solidFill>
                        <a:latin typeface="Cambay"/>
                        <a:ea typeface="Cambay"/>
                        <a:cs typeface="Cambay"/>
                        <a:sym typeface="Camb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gridSpan="13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225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2"/>
                          </a:solidFill>
                          <a:latin typeface="Cambay"/>
                          <a:ea typeface="Cambay"/>
                          <a:cs typeface="Cambay"/>
                          <a:sym typeface="Cambay"/>
                        </a:rPr>
                        <a:t>5. Sprint 02</a:t>
                      </a:r>
                      <a:endParaRPr sz="1200" b="1" u="none" strike="noStrike" cap="none">
                        <a:solidFill>
                          <a:schemeClr val="lt2"/>
                        </a:solidFill>
                        <a:latin typeface="Cambay"/>
                        <a:ea typeface="Cambay"/>
                        <a:cs typeface="Cambay"/>
                        <a:sym typeface="Camb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gridSpan="13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225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2"/>
                          </a:solidFill>
                          <a:latin typeface="Cambay"/>
                          <a:ea typeface="Cambay"/>
                          <a:cs typeface="Cambay"/>
                          <a:sym typeface="Cambay"/>
                        </a:rPr>
                        <a:t>6. Sprint 03</a:t>
                      </a:r>
                      <a:endParaRPr sz="1200" b="1" u="none" strike="noStrike" cap="none">
                        <a:solidFill>
                          <a:schemeClr val="lt2"/>
                        </a:solidFill>
                        <a:latin typeface="Cambay"/>
                        <a:ea typeface="Cambay"/>
                        <a:cs typeface="Cambay"/>
                        <a:sym typeface="Camb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gridSpan="13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225"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2"/>
                          </a:solidFill>
                          <a:latin typeface="Cambay"/>
                          <a:ea typeface="Cambay"/>
                          <a:cs typeface="Cambay"/>
                          <a:sym typeface="Cambay"/>
                        </a:rPr>
                        <a:t>7. Cierre de proyecto</a:t>
                      </a:r>
                      <a:endParaRPr sz="1200" b="1" u="none" strike="noStrike" cap="none">
                        <a:solidFill>
                          <a:schemeClr val="lt2"/>
                        </a:solidFill>
                        <a:latin typeface="Cambay"/>
                        <a:ea typeface="Cambay"/>
                        <a:cs typeface="Cambay"/>
                        <a:sym typeface="Cambay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gridSpan="13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419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84" name="Google Shape;584;p7"/>
          <p:cNvSpPr/>
          <p:nvPr/>
        </p:nvSpPr>
        <p:spPr>
          <a:xfrm>
            <a:off x="5162913" y="2914750"/>
            <a:ext cx="892500" cy="144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5" name="Google Shape;585;p7"/>
          <p:cNvSpPr/>
          <p:nvPr/>
        </p:nvSpPr>
        <p:spPr>
          <a:xfrm>
            <a:off x="2592063" y="1929738"/>
            <a:ext cx="192900" cy="775500"/>
          </a:xfrm>
          <a:prstGeom prst="rightBracket">
            <a:avLst>
              <a:gd name="adj" fmla="val 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6" name="Google Shape;586;p7"/>
          <p:cNvSpPr/>
          <p:nvPr/>
        </p:nvSpPr>
        <p:spPr>
          <a:xfrm>
            <a:off x="2592063" y="2876013"/>
            <a:ext cx="192900" cy="825000"/>
          </a:xfrm>
          <a:prstGeom prst="rightBracket">
            <a:avLst>
              <a:gd name="adj" fmla="val 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7" name="Google Shape;587;p7"/>
          <p:cNvSpPr/>
          <p:nvPr/>
        </p:nvSpPr>
        <p:spPr>
          <a:xfrm>
            <a:off x="3523288" y="1928900"/>
            <a:ext cx="360300" cy="144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8" name="Google Shape;588;p7"/>
          <p:cNvSpPr txBox="1"/>
          <p:nvPr/>
        </p:nvSpPr>
        <p:spPr>
          <a:xfrm>
            <a:off x="2913563" y="3157725"/>
            <a:ext cx="1203000" cy="2616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Desarrollo</a:t>
            </a: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9" name="Google Shape;589;p7"/>
          <p:cNvSpPr/>
          <p:nvPr/>
        </p:nvSpPr>
        <p:spPr>
          <a:xfrm>
            <a:off x="3936538" y="2244200"/>
            <a:ext cx="360300" cy="144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0" name="Google Shape;590;p7"/>
          <p:cNvSpPr/>
          <p:nvPr/>
        </p:nvSpPr>
        <p:spPr>
          <a:xfrm>
            <a:off x="4296838" y="2559500"/>
            <a:ext cx="826500" cy="144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1" name="Google Shape;591;p7"/>
          <p:cNvSpPr/>
          <p:nvPr/>
        </p:nvSpPr>
        <p:spPr>
          <a:xfrm>
            <a:off x="6776338" y="3555275"/>
            <a:ext cx="760500" cy="144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2" name="Google Shape;592;p7"/>
          <p:cNvSpPr/>
          <p:nvPr/>
        </p:nvSpPr>
        <p:spPr>
          <a:xfrm>
            <a:off x="7602838" y="3937575"/>
            <a:ext cx="826500" cy="144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3" name="Google Shape;593;p7"/>
          <p:cNvSpPr/>
          <p:nvPr/>
        </p:nvSpPr>
        <p:spPr>
          <a:xfrm>
            <a:off x="6015838" y="3273575"/>
            <a:ext cx="760500" cy="144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251eaa97698_0_16"/>
          <p:cNvSpPr txBox="1">
            <a:spLocks noGrp="1"/>
          </p:cNvSpPr>
          <p:nvPr>
            <p:ph type="title"/>
          </p:nvPr>
        </p:nvSpPr>
        <p:spPr>
          <a:xfrm>
            <a:off x="834987" y="3134425"/>
            <a:ext cx="5847000" cy="9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Demostración</a:t>
            </a:r>
            <a:endParaRPr/>
          </a:p>
        </p:txBody>
      </p:sp>
      <p:sp>
        <p:nvSpPr>
          <p:cNvPr id="629" name="Google Shape;629;g251eaa97698_0_16"/>
          <p:cNvSpPr txBox="1">
            <a:spLocks noGrp="1"/>
          </p:cNvSpPr>
          <p:nvPr>
            <p:ph type="title" idx="2"/>
          </p:nvPr>
        </p:nvSpPr>
        <p:spPr>
          <a:xfrm>
            <a:off x="834963" y="1603750"/>
            <a:ext cx="1515300" cy="13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30" name="Google Shape;630;g251eaa97698_0_16"/>
          <p:cNvSpPr txBox="1">
            <a:spLocks noGrp="1"/>
          </p:cNvSpPr>
          <p:nvPr>
            <p:ph type="subTitle" idx="1"/>
          </p:nvPr>
        </p:nvSpPr>
        <p:spPr>
          <a:xfrm>
            <a:off x="834987" y="3972275"/>
            <a:ext cx="58470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"/>
              <a:t>Visualización de los aspectos claves del producto</a:t>
            </a:r>
            <a:endParaRPr/>
          </a:p>
        </p:txBody>
      </p:sp>
      <p:pic>
        <p:nvPicPr>
          <p:cNvPr id="631" name="Google Shape;631;g251eaa97698_0_16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t="13699" b="13699"/>
          <a:stretch/>
        </p:blipFill>
        <p:spPr>
          <a:xfrm>
            <a:off x="3228850" y="-19050"/>
            <a:ext cx="6443400" cy="31179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sp>
        <p:nvSpPr>
          <p:cNvPr id="632" name="Google Shape;632;g251eaa97698_0_16"/>
          <p:cNvSpPr/>
          <p:nvPr/>
        </p:nvSpPr>
        <p:spPr>
          <a:xfrm rot="10800000">
            <a:off x="-128720" y="771449"/>
            <a:ext cx="9362034" cy="603050"/>
          </a:xfrm>
          <a:custGeom>
            <a:avLst/>
            <a:gdLst/>
            <a:ahLst/>
            <a:cxnLst/>
            <a:rect l="l" t="t" r="r" b="b"/>
            <a:pathLst>
              <a:path w="58499" h="3768" fill="none" extrusionOk="0">
                <a:moveTo>
                  <a:pt x="58499" y="2472"/>
                </a:moveTo>
                <a:lnTo>
                  <a:pt x="44663" y="2472"/>
                </a:lnTo>
                <a:lnTo>
                  <a:pt x="42191" y="0"/>
                </a:lnTo>
                <a:lnTo>
                  <a:pt x="27753" y="0"/>
                </a:lnTo>
                <a:lnTo>
                  <a:pt x="23986" y="3768"/>
                </a:lnTo>
                <a:lnTo>
                  <a:pt x="0" y="3768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Google Shape;641;g251eaa9c813_0_0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t="25822" b="25822"/>
          <a:stretch/>
        </p:blipFill>
        <p:spPr>
          <a:xfrm>
            <a:off x="4019625" y="104225"/>
            <a:ext cx="6443400" cy="51435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sp>
        <p:nvSpPr>
          <p:cNvPr id="642" name="Google Shape;642;g251eaa9c813_0_0"/>
          <p:cNvSpPr txBox="1">
            <a:spLocks noGrp="1"/>
          </p:cNvSpPr>
          <p:nvPr>
            <p:ph type="title"/>
          </p:nvPr>
        </p:nvSpPr>
        <p:spPr>
          <a:xfrm>
            <a:off x="743825" y="2016375"/>
            <a:ext cx="3956700" cy="14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Retrospectiva</a:t>
            </a:r>
            <a:endParaRPr/>
          </a:p>
        </p:txBody>
      </p:sp>
      <p:sp>
        <p:nvSpPr>
          <p:cNvPr id="643" name="Google Shape;643;g251eaa9c813_0_0"/>
          <p:cNvSpPr txBox="1">
            <a:spLocks noGrp="1"/>
          </p:cNvSpPr>
          <p:nvPr>
            <p:ph type="title" idx="2"/>
          </p:nvPr>
        </p:nvSpPr>
        <p:spPr>
          <a:xfrm>
            <a:off x="832800" y="823275"/>
            <a:ext cx="1560600" cy="11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44" name="Google Shape;644;g251eaa9c813_0_0"/>
          <p:cNvSpPr txBox="1">
            <a:spLocks noGrp="1"/>
          </p:cNvSpPr>
          <p:nvPr>
            <p:ph type="subTitle" idx="1"/>
          </p:nvPr>
        </p:nvSpPr>
        <p:spPr>
          <a:xfrm>
            <a:off x="832800" y="3422175"/>
            <a:ext cx="3087300" cy="5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Reflexiones y conclusiones</a:t>
            </a:r>
            <a:endParaRPr/>
          </a:p>
        </p:txBody>
      </p:sp>
      <p:sp>
        <p:nvSpPr>
          <p:cNvPr id="645" name="Google Shape;645;g251eaa9c813_0_0"/>
          <p:cNvSpPr/>
          <p:nvPr/>
        </p:nvSpPr>
        <p:spPr>
          <a:xfrm rot="-5400000">
            <a:off x="6138900" y="2243625"/>
            <a:ext cx="52959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251eaa9c813_0_0"/>
          <p:cNvSpPr/>
          <p:nvPr/>
        </p:nvSpPr>
        <p:spPr>
          <a:xfrm flipH="1">
            <a:off x="2821781" y="4699662"/>
            <a:ext cx="5609244" cy="547356"/>
          </a:xfrm>
          <a:custGeom>
            <a:avLst/>
            <a:gdLst/>
            <a:ahLst/>
            <a:cxnLst/>
            <a:rect l="l" t="t" r="r" b="b"/>
            <a:pathLst>
              <a:path w="51014" h="4978" fill="none" extrusionOk="0">
                <a:moveTo>
                  <a:pt x="1" y="3301"/>
                </a:moveTo>
                <a:lnTo>
                  <a:pt x="7560" y="3301"/>
                </a:lnTo>
                <a:lnTo>
                  <a:pt x="10860" y="1"/>
                </a:lnTo>
                <a:lnTo>
                  <a:pt x="29697" y="1"/>
                </a:lnTo>
                <a:lnTo>
                  <a:pt x="34677" y="4978"/>
                </a:lnTo>
                <a:lnTo>
                  <a:pt x="51014" y="4978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g251eaa9c813_0_0"/>
          <p:cNvSpPr/>
          <p:nvPr/>
        </p:nvSpPr>
        <p:spPr>
          <a:xfrm flipH="1">
            <a:off x="-594014" y="4492823"/>
            <a:ext cx="5349365" cy="449396"/>
          </a:xfrm>
          <a:custGeom>
            <a:avLst/>
            <a:gdLst/>
            <a:ahLst/>
            <a:cxnLst/>
            <a:rect l="l" t="t" r="r" b="b"/>
            <a:pathLst>
              <a:path w="56278" h="4728" fill="none" extrusionOk="0">
                <a:moveTo>
                  <a:pt x="0" y="4727"/>
                </a:moveTo>
                <a:lnTo>
                  <a:pt x="25536" y="4727"/>
                </a:lnTo>
                <a:lnTo>
                  <a:pt x="30262" y="1"/>
                </a:lnTo>
                <a:lnTo>
                  <a:pt x="56277" y="1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miter lim="409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251eaa97698_0_0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Retrospectiva</a:t>
            </a:r>
            <a:endParaRPr sz="3300"/>
          </a:p>
        </p:txBody>
      </p:sp>
      <p:sp>
        <p:nvSpPr>
          <p:cNvPr id="653" name="Google Shape;653;g251eaa97698_0_0"/>
          <p:cNvSpPr/>
          <p:nvPr/>
        </p:nvSpPr>
        <p:spPr>
          <a:xfrm>
            <a:off x="1729975" y="1446112"/>
            <a:ext cx="2647200" cy="137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7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Lecciones aprendidas</a:t>
            </a:r>
            <a:endParaRPr sz="17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4" name="Google Shape;654;g251eaa97698_0_0"/>
          <p:cNvSpPr/>
          <p:nvPr/>
        </p:nvSpPr>
        <p:spPr>
          <a:xfrm>
            <a:off x="4766963" y="1446112"/>
            <a:ext cx="2647200" cy="1373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Dificultades</a:t>
            </a:r>
            <a:endParaRPr sz="18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5" name="Google Shape;655;g251eaa97698_0_0"/>
          <p:cNvSpPr/>
          <p:nvPr/>
        </p:nvSpPr>
        <p:spPr>
          <a:xfrm>
            <a:off x="1729975" y="3166601"/>
            <a:ext cx="2647200" cy="1373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7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Logros obtenidos</a:t>
            </a:r>
            <a:endParaRPr sz="17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6" name="Google Shape;656;g251eaa97698_0_0"/>
          <p:cNvSpPr/>
          <p:nvPr/>
        </p:nvSpPr>
        <p:spPr>
          <a:xfrm>
            <a:off x="4766963" y="3166601"/>
            <a:ext cx="2647200" cy="13737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7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¿La solución es viable?</a:t>
            </a:r>
            <a:endParaRPr sz="17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g251eaa9c813_0_33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9851" r="9859"/>
          <a:stretch/>
        </p:blipFill>
        <p:spPr>
          <a:xfrm>
            <a:off x="4139610" y="25"/>
            <a:ext cx="6199800" cy="51465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grpSp>
        <p:nvGrpSpPr>
          <p:cNvPr id="662" name="Google Shape;662;g251eaa9c813_0_335"/>
          <p:cNvGrpSpPr/>
          <p:nvPr/>
        </p:nvGrpSpPr>
        <p:grpSpPr>
          <a:xfrm>
            <a:off x="-594014" y="25"/>
            <a:ext cx="9941506" cy="5323194"/>
            <a:chOff x="-594014" y="25"/>
            <a:chExt cx="9941506" cy="5323194"/>
          </a:xfrm>
        </p:grpSpPr>
        <p:sp>
          <p:nvSpPr>
            <p:cNvPr id="663" name="Google Shape;663;g251eaa9c813_0_335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g251eaa9c813_0_335"/>
            <p:cNvSpPr/>
            <p:nvPr/>
          </p:nvSpPr>
          <p:spPr>
            <a:xfrm rot="10800000">
              <a:off x="-16775" y="536277"/>
              <a:ext cx="9364267" cy="426198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5" name="Google Shape;665;g251eaa9c813_0_335"/>
            <p:cNvGrpSpPr/>
            <p:nvPr/>
          </p:nvGrpSpPr>
          <p:grpSpPr>
            <a:xfrm>
              <a:off x="-594014" y="4598900"/>
              <a:ext cx="9024089" cy="724319"/>
              <a:chOff x="-594014" y="4598900"/>
              <a:chExt cx="9024089" cy="724319"/>
            </a:xfrm>
          </p:grpSpPr>
          <p:sp>
            <p:nvSpPr>
              <p:cNvPr id="666" name="Google Shape;666;g251eaa9c813_0_335"/>
              <p:cNvSpPr/>
              <p:nvPr/>
            </p:nvSpPr>
            <p:spPr>
              <a:xfrm>
                <a:off x="-9500" y="4598900"/>
                <a:ext cx="8438595" cy="544632"/>
              </a:xfrm>
              <a:custGeom>
                <a:avLst/>
                <a:gdLst/>
                <a:ahLst/>
                <a:cxnLst/>
                <a:rect l="l" t="t" r="r" b="b"/>
                <a:pathLst>
                  <a:path w="337274" h="26384" extrusionOk="0">
                    <a:moveTo>
                      <a:pt x="95" y="0"/>
                    </a:moveTo>
                    <a:lnTo>
                      <a:pt x="0" y="26384"/>
                    </a:lnTo>
                    <a:lnTo>
                      <a:pt x="337274" y="26348"/>
                    </a:lnTo>
                    <a:lnTo>
                      <a:pt x="337274" y="56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667" name="Google Shape;667;g251eaa9c813_0_335"/>
              <p:cNvSpPr/>
              <p:nvPr/>
            </p:nvSpPr>
            <p:spPr>
              <a:xfrm>
                <a:off x="5065975" y="4606475"/>
                <a:ext cx="1099425" cy="547350"/>
              </a:xfrm>
              <a:custGeom>
                <a:avLst/>
                <a:gdLst/>
                <a:ahLst/>
                <a:cxnLst/>
                <a:rect l="l" t="t" r="r" b="b"/>
                <a:pathLst>
                  <a:path w="43977" h="21894" extrusionOk="0">
                    <a:moveTo>
                      <a:pt x="5575" y="0"/>
                    </a:moveTo>
                    <a:lnTo>
                      <a:pt x="0" y="21846"/>
                    </a:lnTo>
                    <a:lnTo>
                      <a:pt x="38362" y="21894"/>
                    </a:lnTo>
                    <a:lnTo>
                      <a:pt x="43977" y="87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668" name="Google Shape;668;g251eaa9c813_0_335"/>
              <p:cNvSpPr/>
              <p:nvPr/>
            </p:nvSpPr>
            <p:spPr>
              <a:xfrm>
                <a:off x="6318950" y="4609250"/>
                <a:ext cx="2111125" cy="541900"/>
              </a:xfrm>
              <a:custGeom>
                <a:avLst/>
                <a:gdLst/>
                <a:ahLst/>
                <a:cxnLst/>
                <a:rect l="l" t="t" r="r" b="b"/>
                <a:pathLst>
                  <a:path w="84445" h="21676" extrusionOk="0">
                    <a:moveTo>
                      <a:pt x="5603" y="0"/>
                    </a:moveTo>
                    <a:lnTo>
                      <a:pt x="0" y="21676"/>
                    </a:lnTo>
                    <a:lnTo>
                      <a:pt x="84445" y="21502"/>
                    </a:lnTo>
                    <a:lnTo>
                      <a:pt x="84445" y="47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669" name="Google Shape;669;g251eaa9c813_0_335"/>
              <p:cNvSpPr/>
              <p:nvPr/>
            </p:nvSpPr>
            <p:spPr>
              <a:xfrm flipH="1">
                <a:off x="-594014" y="4873823"/>
                <a:ext cx="5349365" cy="449396"/>
              </a:xfrm>
              <a:custGeom>
                <a:avLst/>
                <a:gdLst/>
                <a:ahLst/>
                <a:cxnLst/>
                <a:rect l="l" t="t" r="r" b="b"/>
                <a:pathLst>
                  <a:path w="56278" h="4728" fill="none" extrusionOk="0">
                    <a:moveTo>
                      <a:pt x="0" y="4727"/>
                    </a:moveTo>
                    <a:lnTo>
                      <a:pt x="25536" y="4727"/>
                    </a:lnTo>
                    <a:lnTo>
                      <a:pt x="30262" y="1"/>
                    </a:lnTo>
                    <a:lnTo>
                      <a:pt x="56277" y="1"/>
                    </a:ln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70" name="Google Shape;670;g251eaa9c813_0_335"/>
          <p:cNvSpPr txBox="1">
            <a:spLocks noGrp="1"/>
          </p:cNvSpPr>
          <p:nvPr>
            <p:ph type="title"/>
          </p:nvPr>
        </p:nvSpPr>
        <p:spPr>
          <a:xfrm>
            <a:off x="714650" y="734100"/>
            <a:ext cx="38574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5700"/>
              <a:t>Gracias</a:t>
            </a:r>
            <a:endParaRPr sz="5700"/>
          </a:p>
        </p:txBody>
      </p:sp>
      <p:sp>
        <p:nvSpPr>
          <p:cNvPr id="671" name="Google Shape;671;g251eaa9c813_0_335"/>
          <p:cNvSpPr txBox="1">
            <a:spLocks noGrp="1"/>
          </p:cNvSpPr>
          <p:nvPr>
            <p:ph type="subTitle" idx="1"/>
          </p:nvPr>
        </p:nvSpPr>
        <p:spPr>
          <a:xfrm>
            <a:off x="645375" y="2021800"/>
            <a:ext cx="3857400" cy="17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39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endParaRPr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Sebastián Neira</a:t>
            </a:r>
            <a:endParaRPr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Renato Varela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 dirty="0"/>
              <a:t>Docente:</a:t>
            </a:r>
            <a:r>
              <a:rPr lang="en" dirty="0"/>
              <a:t> Fernando Herrera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otive Industry Consulting by Slidesgo">
  <a:themeElements>
    <a:clrScheme name="Simple Light">
      <a:dk1>
        <a:srgbClr val="FFFFFF"/>
      </a:dk1>
      <a:lt1>
        <a:srgbClr val="12151A"/>
      </a:lt1>
      <a:dk2>
        <a:srgbClr val="242933"/>
      </a:dk2>
      <a:lt2>
        <a:srgbClr val="CCD4DB"/>
      </a:lt2>
      <a:accent1>
        <a:srgbClr val="8B939C"/>
      </a:accent1>
      <a:accent2>
        <a:srgbClr val="ABB3B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224</Words>
  <Application>Microsoft Office PowerPoint</Application>
  <PresentationFormat>On-screen Show (16:9)</PresentationFormat>
  <Paragraphs>84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DM Sans</vt:lpstr>
      <vt:lpstr>Bebas Neue</vt:lpstr>
      <vt:lpstr>Cambay</vt:lpstr>
      <vt:lpstr>Arial</vt:lpstr>
      <vt:lpstr>Automotive Industry Consulting by Slidesgo</vt:lpstr>
      <vt:lpstr>Infotex</vt:lpstr>
      <vt:lpstr>Tabla de contenidos</vt:lpstr>
      <vt:lpstr>Problemática</vt:lpstr>
      <vt:lpstr>Principales necesidades</vt:lpstr>
      <vt:lpstr>Solución</vt:lpstr>
      <vt:lpstr>Nuestro equipo</vt:lpstr>
      <vt:lpstr>Infotex</vt:lpstr>
      <vt:lpstr>Roles de Infotex</vt:lpstr>
      <vt:lpstr>Herramientas</vt:lpstr>
      <vt:lpstr>Estrategias de planificación</vt:lpstr>
      <vt:lpstr>Demostración</vt:lpstr>
      <vt:lpstr>Retrospectiva</vt:lpstr>
      <vt:lpstr>Retrospectiva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Sebastián Neira Angel</dc:creator>
  <cp:lastModifiedBy>SEBASTIAN CAMILO NEIRA ANGEL</cp:lastModifiedBy>
  <cp:revision>2</cp:revision>
  <dcterms:modified xsi:type="dcterms:W3CDTF">2025-09-06T01:22:05Z</dcterms:modified>
</cp:coreProperties>
</file>