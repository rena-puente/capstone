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gwuG9VZkkOm+K1P7Na1yVL3hgP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Reporte Ejecutivo de Avance del Proyecto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chemeClr val="dk1"/>
                </a:solidFill>
              </a:rPr>
              <a:t>Periodo: Semana de Octubre 2025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chemeClr val="dk1"/>
                </a:solidFill>
              </a:rPr>
              <a:t>Estado general de actividades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Indice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Compromisos sesión anterior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Avance del Proyecto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Logros de la semana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Próximas actividades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Explicación de desvíos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Riesgos e Issues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Compromisos próximos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Compromisos sesión anterior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Entrega documentos iniciales – Finalizado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Levantamiento de requerimientos – Finalizado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Diseño de arquitectura – Finalizado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Módulo usuarios – Finalizado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Módulo empresa – Finalizado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Módulo posts – Atrasado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QA pruebas – En progreso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Integración y entrega MVP – No iniciado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Cierre proyecto – No iniciado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Avance del Proyecto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% de avance global: 47%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Sprints completados: 3 / 5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Curva de avance tipo Burndown basada en Trello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Próximo hito: Pruebas de QA (Octubre 2025)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Logros de la semana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Finalización del módulo de Perfiles de Empresa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Inicio del módulo de Posts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Consolidación de arquitectura en Oracle Cloud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Preparación de plan de pruebas QA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377150" y="282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Próximas actividades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Completar módulo de Posts (endpoints + feed dinámico)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Realizar pruebas unitarias en Angular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Documentar resultados de QA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Preparar integración total para entorno de pruebas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Explicación de desvíos</a:t>
            </a: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Módulo de Posts presenta atraso en subida de imágenes y feed dinámico.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Causa: Complejidad en integración de endpoints.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Impacto: Retrasa pruebas QA.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Mitigación: Reforzar recursos en desarrollo frontend durante la próxima semana.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Riesgos e Issues</a:t>
            </a:r>
            <a:endParaRPr/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Riesgo: Posible atraso en QA si no se completa módulo de Posts.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Nivel: Medio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Mitigación: Priorización en backlog y asignación de recursos.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Issue: Subida de imágenes atrasada.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Acción: Resolución en sprint actual.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Fecha comprometida: 10 Octubre 2025.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Compromisos próximos</a:t>
            </a:r>
            <a:endParaRPr/>
          </a:p>
        </p:txBody>
      </p:sp>
      <p:sp>
        <p:nvSpPr>
          <p:cNvPr id="133" name="Google Shape;13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Entregar módulo de Posts finalizado – 10 Octubre 2025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Completar pruebas de QA – 20 Octubre 2025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Generar MVP para integración – 5 Noviembre 2025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Preparar documentación final – 15 Noviembre 2025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Presentación interna – 21 Noviembre 2025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